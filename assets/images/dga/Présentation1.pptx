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72F6A6-4155-4AB1-ABDF-12A99FBC4D92}" v="34" dt="2022-12-09T07:50:41.9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1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éophane Assongmeguem" userId="cfc1f65f2d325922" providerId="LiveId" clId="{4672F6A6-4155-4AB1-ABDF-12A99FBC4D92}"/>
    <pc:docChg chg="undo custSel addSld delSld modSld sldOrd">
      <pc:chgData name="Théophane Assongmeguem" userId="cfc1f65f2d325922" providerId="LiveId" clId="{4672F6A6-4155-4AB1-ABDF-12A99FBC4D92}" dt="2022-12-09T07:51:50.010" v="933" actId="47"/>
      <pc:docMkLst>
        <pc:docMk/>
      </pc:docMkLst>
      <pc:sldChg chg="addSp delSp modSp add mod">
        <pc:chgData name="Théophane Assongmeguem" userId="cfc1f65f2d325922" providerId="LiveId" clId="{4672F6A6-4155-4AB1-ABDF-12A99FBC4D92}" dt="2022-12-09T06:46:19.881" v="253" actId="1076"/>
        <pc:sldMkLst>
          <pc:docMk/>
          <pc:sldMk cId="1593844293" sldId="257"/>
        </pc:sldMkLst>
        <pc:spChg chg="add mod">
          <ac:chgData name="Théophane Assongmeguem" userId="cfc1f65f2d325922" providerId="LiveId" clId="{4672F6A6-4155-4AB1-ABDF-12A99FBC4D92}" dt="2022-12-09T06:38:45.588" v="40" actId="1076"/>
          <ac:spMkLst>
            <pc:docMk/>
            <pc:sldMk cId="1593844293" sldId="257"/>
            <ac:spMk id="2" creationId="{093B9B1C-CD93-36EF-3812-5776F1BCD261}"/>
          </ac:spMkLst>
        </pc:spChg>
        <pc:spChg chg="add mod">
          <ac:chgData name="Théophane Assongmeguem" userId="cfc1f65f2d325922" providerId="LiveId" clId="{4672F6A6-4155-4AB1-ABDF-12A99FBC4D92}" dt="2022-12-09T06:39:59.666" v="51" actId="1076"/>
          <ac:spMkLst>
            <pc:docMk/>
            <pc:sldMk cId="1593844293" sldId="257"/>
            <ac:spMk id="5" creationId="{50DAFCAD-8953-97E9-3938-4F513BCF0F66}"/>
          </ac:spMkLst>
        </pc:spChg>
        <pc:spChg chg="add mod">
          <ac:chgData name="Théophane Assongmeguem" userId="cfc1f65f2d325922" providerId="LiveId" clId="{4672F6A6-4155-4AB1-ABDF-12A99FBC4D92}" dt="2022-12-09T06:40:48.627" v="90" actId="20577"/>
          <ac:spMkLst>
            <pc:docMk/>
            <pc:sldMk cId="1593844293" sldId="257"/>
            <ac:spMk id="7" creationId="{80895928-7854-0B0C-06C4-A995C5E00CBC}"/>
          </ac:spMkLst>
        </pc:spChg>
        <pc:spChg chg="add del mod">
          <ac:chgData name="Théophane Assongmeguem" userId="cfc1f65f2d325922" providerId="LiveId" clId="{4672F6A6-4155-4AB1-ABDF-12A99FBC4D92}" dt="2022-12-09T06:42:28.939" v="94" actId="478"/>
          <ac:spMkLst>
            <pc:docMk/>
            <pc:sldMk cId="1593844293" sldId="257"/>
            <ac:spMk id="9" creationId="{3338B844-C8D6-5A83-4B1D-3B2DC2E3CD2E}"/>
          </ac:spMkLst>
        </pc:spChg>
        <pc:spChg chg="add del mod">
          <ac:chgData name="Théophane Assongmeguem" userId="cfc1f65f2d325922" providerId="LiveId" clId="{4672F6A6-4155-4AB1-ABDF-12A99FBC4D92}" dt="2022-12-09T06:42:25.849" v="93" actId="478"/>
          <ac:spMkLst>
            <pc:docMk/>
            <pc:sldMk cId="1593844293" sldId="257"/>
            <ac:spMk id="11" creationId="{74B6FCCD-F3E7-777C-795E-E1961ADDD9FD}"/>
          </ac:spMkLst>
        </pc:spChg>
        <pc:spChg chg="mod">
          <ac:chgData name="Théophane Assongmeguem" userId="cfc1f65f2d325922" providerId="LiveId" clId="{4672F6A6-4155-4AB1-ABDF-12A99FBC4D92}" dt="2022-12-09T06:38:33.206" v="38" actId="1076"/>
          <ac:spMkLst>
            <pc:docMk/>
            <pc:sldMk cId="1593844293" sldId="257"/>
            <ac:spMk id="13" creationId="{48B4FFE3-6059-4335-AD85-35A077F4518C}"/>
          </ac:spMkLst>
        </pc:spChg>
        <pc:spChg chg="add mod">
          <ac:chgData name="Théophane Assongmeguem" userId="cfc1f65f2d325922" providerId="LiveId" clId="{4672F6A6-4155-4AB1-ABDF-12A99FBC4D92}" dt="2022-12-09T06:45:43.225" v="192" actId="20577"/>
          <ac:spMkLst>
            <pc:docMk/>
            <pc:sldMk cId="1593844293" sldId="257"/>
            <ac:spMk id="14" creationId="{AAAD7AB3-9B9D-53DA-58FE-A2658C3D2553}"/>
          </ac:spMkLst>
        </pc:spChg>
        <pc:spChg chg="add mod">
          <ac:chgData name="Théophane Assongmeguem" userId="cfc1f65f2d325922" providerId="LiveId" clId="{4672F6A6-4155-4AB1-ABDF-12A99FBC4D92}" dt="2022-12-09T06:45:17.202" v="187" actId="1076"/>
          <ac:spMkLst>
            <pc:docMk/>
            <pc:sldMk cId="1593844293" sldId="257"/>
            <ac:spMk id="16" creationId="{53C5770C-3038-941D-2BDF-0C4C1440AD0A}"/>
          </ac:spMkLst>
        </pc:spChg>
        <pc:spChg chg="del">
          <ac:chgData name="Théophane Assongmeguem" userId="cfc1f65f2d325922" providerId="LiveId" clId="{4672F6A6-4155-4AB1-ABDF-12A99FBC4D92}" dt="2022-12-09T06:38:55.044" v="42" actId="478"/>
          <ac:spMkLst>
            <pc:docMk/>
            <pc:sldMk cId="1593844293" sldId="257"/>
            <ac:spMk id="18" creationId="{4F0FE545-4EE4-949E-E99A-0C6C8D5D9E5F}"/>
          </ac:spMkLst>
        </pc:spChg>
        <pc:spChg chg="del">
          <ac:chgData name="Théophane Assongmeguem" userId="cfc1f65f2d325922" providerId="LiveId" clId="{4672F6A6-4155-4AB1-ABDF-12A99FBC4D92}" dt="2022-12-09T06:38:57.089" v="43" actId="478"/>
          <ac:spMkLst>
            <pc:docMk/>
            <pc:sldMk cId="1593844293" sldId="257"/>
            <ac:spMk id="19" creationId="{F4681168-F658-11F5-FC64-B614AB5A0E68}"/>
          </ac:spMkLst>
        </pc:spChg>
        <pc:spChg chg="add mod">
          <ac:chgData name="Théophane Assongmeguem" userId="cfc1f65f2d325922" providerId="LiveId" clId="{4672F6A6-4155-4AB1-ABDF-12A99FBC4D92}" dt="2022-12-09T06:46:19.881" v="253" actId="1076"/>
          <ac:spMkLst>
            <pc:docMk/>
            <pc:sldMk cId="1593844293" sldId="257"/>
            <ac:spMk id="21" creationId="{631C6E05-0E1E-3DE0-1928-DC746C1AC7D8}"/>
          </ac:spMkLst>
        </pc:spChg>
        <pc:picChg chg="add mod">
          <ac:chgData name="Théophane Assongmeguem" userId="cfc1f65f2d325922" providerId="LiveId" clId="{4672F6A6-4155-4AB1-ABDF-12A99FBC4D92}" dt="2022-12-09T06:39:37.024" v="49" actId="1076"/>
          <ac:picMkLst>
            <pc:docMk/>
            <pc:sldMk cId="1593844293" sldId="257"/>
            <ac:picMk id="4" creationId="{78F3BB9C-4AA1-F3F5-ADF4-ED99040543A5}"/>
          </ac:picMkLst>
        </pc:picChg>
        <pc:picChg chg="del">
          <ac:chgData name="Théophane Assongmeguem" userId="cfc1f65f2d325922" providerId="LiveId" clId="{4672F6A6-4155-4AB1-ABDF-12A99FBC4D92}" dt="2022-12-09T06:38:51.434" v="41" actId="478"/>
          <ac:picMkLst>
            <pc:docMk/>
            <pc:sldMk cId="1593844293" sldId="257"/>
            <ac:picMk id="8" creationId="{415B4715-6548-C0DD-8EB5-2A406A669FEA}"/>
          </ac:picMkLst>
        </pc:picChg>
        <pc:picChg chg="del mod">
          <ac:chgData name="Théophane Assongmeguem" userId="cfc1f65f2d325922" providerId="LiveId" clId="{4672F6A6-4155-4AB1-ABDF-12A99FBC4D92}" dt="2022-12-09T06:38:58.253" v="44" actId="478"/>
          <ac:picMkLst>
            <pc:docMk/>
            <pc:sldMk cId="1593844293" sldId="257"/>
            <ac:picMk id="10" creationId="{DD569E1B-F694-7CA0-D0BA-0FAFC42C2D58}"/>
          </ac:picMkLst>
        </pc:picChg>
        <pc:picChg chg="mod">
          <ac:chgData name="Théophane Assongmeguem" userId="cfc1f65f2d325922" providerId="LiveId" clId="{4672F6A6-4155-4AB1-ABDF-12A99FBC4D92}" dt="2022-12-09T06:38:38.305" v="39" actId="14100"/>
          <ac:picMkLst>
            <pc:docMk/>
            <pc:sldMk cId="1593844293" sldId="257"/>
            <ac:picMk id="15" creationId="{D40AA974-FE68-CB64-F71B-AC34A3CE652B}"/>
          </ac:picMkLst>
        </pc:picChg>
      </pc:sldChg>
      <pc:sldChg chg="addSp delSp modSp add mod">
        <pc:chgData name="Théophane Assongmeguem" userId="cfc1f65f2d325922" providerId="LiveId" clId="{4672F6A6-4155-4AB1-ABDF-12A99FBC4D92}" dt="2022-12-09T06:55:45.548" v="557" actId="20577"/>
        <pc:sldMkLst>
          <pc:docMk/>
          <pc:sldMk cId="3341749802" sldId="258"/>
        </pc:sldMkLst>
        <pc:spChg chg="mod">
          <ac:chgData name="Théophane Assongmeguem" userId="cfc1f65f2d325922" providerId="LiveId" clId="{4672F6A6-4155-4AB1-ABDF-12A99FBC4D92}" dt="2022-12-09T06:47:05.683" v="287" actId="20577"/>
          <ac:spMkLst>
            <pc:docMk/>
            <pc:sldMk cId="3341749802" sldId="258"/>
            <ac:spMk id="2" creationId="{093B9B1C-CD93-36EF-3812-5776F1BCD261}"/>
          </ac:spMkLst>
        </pc:spChg>
        <pc:spChg chg="del">
          <ac:chgData name="Théophane Assongmeguem" userId="cfc1f65f2d325922" providerId="LiveId" clId="{4672F6A6-4155-4AB1-ABDF-12A99FBC4D92}" dt="2022-12-09T06:47:32.532" v="293" actId="478"/>
          <ac:spMkLst>
            <pc:docMk/>
            <pc:sldMk cId="3341749802" sldId="258"/>
            <ac:spMk id="5" creationId="{50DAFCAD-8953-97E9-3938-4F513BCF0F66}"/>
          </ac:spMkLst>
        </pc:spChg>
        <pc:spChg chg="del">
          <ac:chgData name="Théophane Assongmeguem" userId="cfc1f65f2d325922" providerId="LiveId" clId="{4672F6A6-4155-4AB1-ABDF-12A99FBC4D92}" dt="2022-12-09T06:47:31.682" v="292" actId="478"/>
          <ac:spMkLst>
            <pc:docMk/>
            <pc:sldMk cId="3341749802" sldId="258"/>
            <ac:spMk id="7" creationId="{80895928-7854-0B0C-06C4-A995C5E00CBC}"/>
          </ac:spMkLst>
        </pc:spChg>
        <pc:spChg chg="add mod">
          <ac:chgData name="Théophane Assongmeguem" userId="cfc1f65f2d325922" providerId="LiveId" clId="{4672F6A6-4155-4AB1-ABDF-12A99FBC4D92}" dt="2022-12-09T06:48:43.777" v="301" actId="1076"/>
          <ac:spMkLst>
            <pc:docMk/>
            <pc:sldMk cId="3341749802" sldId="258"/>
            <ac:spMk id="8" creationId="{BDB916C4-9F72-6765-CE1A-31616BD31566}"/>
          </ac:spMkLst>
        </pc:spChg>
        <pc:spChg chg="add mod">
          <ac:chgData name="Théophane Assongmeguem" userId="cfc1f65f2d325922" providerId="LiveId" clId="{4672F6A6-4155-4AB1-ABDF-12A99FBC4D92}" dt="2022-12-09T06:51:19.348" v="393" actId="1076"/>
          <ac:spMkLst>
            <pc:docMk/>
            <pc:sldMk cId="3341749802" sldId="258"/>
            <ac:spMk id="10" creationId="{9838C87F-6ECF-C0F9-6DE3-23FA24B820D8}"/>
          </ac:spMkLst>
        </pc:spChg>
        <pc:spChg chg="del">
          <ac:chgData name="Théophane Assongmeguem" userId="cfc1f65f2d325922" providerId="LiveId" clId="{4672F6A6-4155-4AB1-ABDF-12A99FBC4D92}" dt="2022-12-09T06:47:27.807" v="290" actId="478"/>
          <ac:spMkLst>
            <pc:docMk/>
            <pc:sldMk cId="3341749802" sldId="258"/>
            <ac:spMk id="14" creationId="{AAAD7AB3-9B9D-53DA-58FE-A2658C3D2553}"/>
          </ac:spMkLst>
        </pc:spChg>
        <pc:spChg chg="del">
          <ac:chgData name="Théophane Assongmeguem" userId="cfc1f65f2d325922" providerId="LiveId" clId="{4672F6A6-4155-4AB1-ABDF-12A99FBC4D92}" dt="2022-12-09T06:47:34.908" v="295" actId="478"/>
          <ac:spMkLst>
            <pc:docMk/>
            <pc:sldMk cId="3341749802" sldId="258"/>
            <ac:spMk id="16" creationId="{53C5770C-3038-941D-2BDF-0C4C1440AD0A}"/>
          </ac:spMkLst>
        </pc:spChg>
        <pc:spChg chg="del">
          <ac:chgData name="Théophane Assongmeguem" userId="cfc1f65f2d325922" providerId="LiveId" clId="{4672F6A6-4155-4AB1-ABDF-12A99FBC4D92}" dt="2022-12-09T06:47:36.479" v="296" actId="478"/>
          <ac:spMkLst>
            <pc:docMk/>
            <pc:sldMk cId="3341749802" sldId="258"/>
            <ac:spMk id="17" creationId="{3B5C9441-9576-5304-49EC-C74EDAC4F03D}"/>
          </ac:spMkLst>
        </pc:spChg>
        <pc:spChg chg="add del mod">
          <ac:chgData name="Théophane Assongmeguem" userId="cfc1f65f2d325922" providerId="LiveId" clId="{4672F6A6-4155-4AB1-ABDF-12A99FBC4D92}" dt="2022-12-09T06:51:02.742" v="390" actId="478"/>
          <ac:spMkLst>
            <pc:docMk/>
            <pc:sldMk cId="3341749802" sldId="258"/>
            <ac:spMk id="18" creationId="{50ECCF45-DED9-8EE3-95F6-02537FFCB43C}"/>
          </ac:spMkLst>
        </pc:spChg>
        <pc:spChg chg="add mod">
          <ac:chgData name="Théophane Assongmeguem" userId="cfc1f65f2d325922" providerId="LiveId" clId="{4672F6A6-4155-4AB1-ABDF-12A99FBC4D92}" dt="2022-12-09T06:52:34.857" v="447" actId="1076"/>
          <ac:spMkLst>
            <pc:docMk/>
            <pc:sldMk cId="3341749802" sldId="258"/>
            <ac:spMk id="19" creationId="{508D755C-B426-A43B-E503-A21339B72EAF}"/>
          </ac:spMkLst>
        </pc:spChg>
        <pc:spChg chg="del">
          <ac:chgData name="Théophane Assongmeguem" userId="cfc1f65f2d325922" providerId="LiveId" clId="{4672F6A6-4155-4AB1-ABDF-12A99FBC4D92}" dt="2022-12-09T06:47:38.297" v="297" actId="478"/>
          <ac:spMkLst>
            <pc:docMk/>
            <pc:sldMk cId="3341749802" sldId="258"/>
            <ac:spMk id="20" creationId="{28443DF7-234A-D7B8-94EF-4721889E55DA}"/>
          </ac:spMkLst>
        </pc:spChg>
        <pc:spChg chg="del">
          <ac:chgData name="Théophane Assongmeguem" userId="cfc1f65f2d325922" providerId="LiveId" clId="{4672F6A6-4155-4AB1-ABDF-12A99FBC4D92}" dt="2022-12-09T06:47:34.054" v="294" actId="478"/>
          <ac:spMkLst>
            <pc:docMk/>
            <pc:sldMk cId="3341749802" sldId="258"/>
            <ac:spMk id="21" creationId="{631C6E05-0E1E-3DE0-1928-DC746C1AC7D8}"/>
          </ac:spMkLst>
        </pc:spChg>
        <pc:spChg chg="add mod">
          <ac:chgData name="Théophane Assongmeguem" userId="cfc1f65f2d325922" providerId="LiveId" clId="{4672F6A6-4155-4AB1-ABDF-12A99FBC4D92}" dt="2022-12-09T06:50:20.756" v="389" actId="1076"/>
          <ac:spMkLst>
            <pc:docMk/>
            <pc:sldMk cId="3341749802" sldId="258"/>
            <ac:spMk id="22" creationId="{5D28A5CD-6062-93DC-3DF6-C0209EC03963}"/>
          </ac:spMkLst>
        </pc:spChg>
        <pc:spChg chg="add mod">
          <ac:chgData name="Théophane Assongmeguem" userId="cfc1f65f2d325922" providerId="LiveId" clId="{4672F6A6-4155-4AB1-ABDF-12A99FBC4D92}" dt="2022-12-09T06:51:13.232" v="392" actId="1076"/>
          <ac:spMkLst>
            <pc:docMk/>
            <pc:sldMk cId="3341749802" sldId="258"/>
            <ac:spMk id="23" creationId="{D3DBCF3F-05E3-FB6A-740F-FC813B0FC877}"/>
          </ac:spMkLst>
        </pc:spChg>
        <pc:spChg chg="add mod">
          <ac:chgData name="Théophane Assongmeguem" userId="cfc1f65f2d325922" providerId="LiveId" clId="{4672F6A6-4155-4AB1-ABDF-12A99FBC4D92}" dt="2022-12-09T06:52:13.710" v="442" actId="1076"/>
          <ac:spMkLst>
            <pc:docMk/>
            <pc:sldMk cId="3341749802" sldId="258"/>
            <ac:spMk id="24" creationId="{E18F4B48-AD93-3920-CF09-293EB7A9515D}"/>
          </ac:spMkLst>
        </pc:spChg>
        <pc:spChg chg="add mod">
          <ac:chgData name="Théophane Assongmeguem" userId="cfc1f65f2d325922" providerId="LiveId" clId="{4672F6A6-4155-4AB1-ABDF-12A99FBC4D92}" dt="2022-12-09T06:52:18.290" v="443"/>
          <ac:spMkLst>
            <pc:docMk/>
            <pc:sldMk cId="3341749802" sldId="258"/>
            <ac:spMk id="25" creationId="{6B4F5A48-22A1-ACCC-FB8D-0703B198094B}"/>
          </ac:spMkLst>
        </pc:spChg>
        <pc:spChg chg="add mod">
          <ac:chgData name="Théophane Assongmeguem" userId="cfc1f65f2d325922" providerId="LiveId" clId="{4672F6A6-4155-4AB1-ABDF-12A99FBC4D92}" dt="2022-12-09T06:52:50.827" v="467" actId="1076"/>
          <ac:spMkLst>
            <pc:docMk/>
            <pc:sldMk cId="3341749802" sldId="258"/>
            <ac:spMk id="26" creationId="{9D4D7E36-EDB1-577B-9F63-D7EA7812F5B5}"/>
          </ac:spMkLst>
        </pc:spChg>
        <pc:spChg chg="add mod">
          <ac:chgData name="Théophane Assongmeguem" userId="cfc1f65f2d325922" providerId="LiveId" clId="{4672F6A6-4155-4AB1-ABDF-12A99FBC4D92}" dt="2022-12-09T06:53:41.669" v="492" actId="1076"/>
          <ac:spMkLst>
            <pc:docMk/>
            <pc:sldMk cId="3341749802" sldId="258"/>
            <ac:spMk id="27" creationId="{4875DD9A-46A2-3173-1AE3-1ECECF001A08}"/>
          </ac:spMkLst>
        </pc:spChg>
        <pc:spChg chg="add mod">
          <ac:chgData name="Théophane Assongmeguem" userId="cfc1f65f2d325922" providerId="LiveId" clId="{4672F6A6-4155-4AB1-ABDF-12A99FBC4D92}" dt="2022-12-09T06:53:22.393" v="487" actId="20577"/>
          <ac:spMkLst>
            <pc:docMk/>
            <pc:sldMk cId="3341749802" sldId="258"/>
            <ac:spMk id="28" creationId="{936E43BC-E99B-F09F-C36E-4562AF73DC43}"/>
          </ac:spMkLst>
        </pc:spChg>
        <pc:spChg chg="add mod">
          <ac:chgData name="Théophane Assongmeguem" userId="cfc1f65f2d325922" providerId="LiveId" clId="{4672F6A6-4155-4AB1-ABDF-12A99FBC4D92}" dt="2022-12-09T06:55:13.238" v="523" actId="1076"/>
          <ac:spMkLst>
            <pc:docMk/>
            <pc:sldMk cId="3341749802" sldId="258"/>
            <ac:spMk id="29" creationId="{503EE122-92F6-6903-9BD0-03282A1C1B5F}"/>
          </ac:spMkLst>
        </pc:spChg>
        <pc:spChg chg="add mod">
          <ac:chgData name="Théophane Assongmeguem" userId="cfc1f65f2d325922" providerId="LiveId" clId="{4672F6A6-4155-4AB1-ABDF-12A99FBC4D92}" dt="2022-12-09T06:54:05.774" v="517" actId="20577"/>
          <ac:spMkLst>
            <pc:docMk/>
            <pc:sldMk cId="3341749802" sldId="258"/>
            <ac:spMk id="30" creationId="{6028A491-04E5-C873-00C8-7CA007838C40}"/>
          </ac:spMkLst>
        </pc:spChg>
        <pc:spChg chg="add mod">
          <ac:chgData name="Théophane Assongmeguem" userId="cfc1f65f2d325922" providerId="LiveId" clId="{4672F6A6-4155-4AB1-ABDF-12A99FBC4D92}" dt="2022-12-09T06:55:45.548" v="557" actId="20577"/>
          <ac:spMkLst>
            <pc:docMk/>
            <pc:sldMk cId="3341749802" sldId="258"/>
            <ac:spMk id="34" creationId="{A65FC494-0C76-6918-EBC5-4A4A618EA00B}"/>
          </ac:spMkLst>
        </pc:spChg>
        <pc:picChg chg="add mod">
          <ac:chgData name="Théophane Assongmeguem" userId="cfc1f65f2d325922" providerId="LiveId" clId="{4672F6A6-4155-4AB1-ABDF-12A99FBC4D92}" dt="2022-12-09T06:48:43.777" v="301" actId="1076"/>
          <ac:picMkLst>
            <pc:docMk/>
            <pc:sldMk cId="3341749802" sldId="258"/>
            <ac:picMk id="3" creationId="{3A0BB71A-5E4C-1ABB-80D1-871186B9A35A}"/>
          </ac:picMkLst>
        </pc:picChg>
        <pc:picChg chg="del">
          <ac:chgData name="Théophane Assongmeguem" userId="cfc1f65f2d325922" providerId="LiveId" clId="{4672F6A6-4155-4AB1-ABDF-12A99FBC4D92}" dt="2022-12-09T06:47:26.439" v="289" actId="478"/>
          <ac:picMkLst>
            <pc:docMk/>
            <pc:sldMk cId="3341749802" sldId="258"/>
            <ac:picMk id="4" creationId="{78F3BB9C-4AA1-F3F5-ADF4-ED99040543A5}"/>
          </ac:picMkLst>
        </pc:picChg>
        <pc:picChg chg="del">
          <ac:chgData name="Théophane Assongmeguem" userId="cfc1f65f2d325922" providerId="LiveId" clId="{4672F6A6-4155-4AB1-ABDF-12A99FBC4D92}" dt="2022-12-09T06:47:22.958" v="288" actId="478"/>
          <ac:picMkLst>
            <pc:docMk/>
            <pc:sldMk cId="3341749802" sldId="258"/>
            <ac:picMk id="6" creationId="{51856F11-DC73-D47D-36FF-C8B6CD775BAD}"/>
          </ac:picMkLst>
        </pc:picChg>
        <pc:picChg chg="add mod">
          <ac:chgData name="Théophane Assongmeguem" userId="cfc1f65f2d325922" providerId="LiveId" clId="{4672F6A6-4155-4AB1-ABDF-12A99FBC4D92}" dt="2022-12-09T06:51:19.348" v="393" actId="1076"/>
          <ac:picMkLst>
            <pc:docMk/>
            <pc:sldMk cId="3341749802" sldId="258"/>
            <ac:picMk id="9" creationId="{E407132E-6490-83DD-56E9-0FDFD333C62D}"/>
          </ac:picMkLst>
        </pc:picChg>
        <pc:picChg chg="add mod">
          <ac:chgData name="Théophane Assongmeguem" userId="cfc1f65f2d325922" providerId="LiveId" clId="{4672F6A6-4155-4AB1-ABDF-12A99FBC4D92}" dt="2022-12-09T06:49:33.109" v="306" actId="1076"/>
          <ac:picMkLst>
            <pc:docMk/>
            <pc:sldMk cId="3341749802" sldId="258"/>
            <ac:picMk id="11" creationId="{F307A985-0CE3-ECFF-95C9-799D240919D2}"/>
          </ac:picMkLst>
        </pc:picChg>
        <pc:picChg chg="del">
          <ac:chgData name="Théophane Assongmeguem" userId="cfc1f65f2d325922" providerId="LiveId" clId="{4672F6A6-4155-4AB1-ABDF-12A99FBC4D92}" dt="2022-12-09T06:47:28.644" v="291" actId="478"/>
          <ac:picMkLst>
            <pc:docMk/>
            <pc:sldMk cId="3341749802" sldId="258"/>
            <ac:picMk id="12" creationId="{1E095767-7669-9BF8-64DF-D1464A7F94D5}"/>
          </ac:picMkLst>
        </pc:picChg>
        <pc:cxnChg chg="add mod">
          <ac:chgData name="Théophane Assongmeguem" userId="cfc1f65f2d325922" providerId="LiveId" clId="{4672F6A6-4155-4AB1-ABDF-12A99FBC4D92}" dt="2022-12-09T06:55:30.360" v="526" actId="14100"/>
          <ac:cxnSpMkLst>
            <pc:docMk/>
            <pc:sldMk cId="3341749802" sldId="258"/>
            <ac:cxnSpMk id="32" creationId="{C96B95E6-4FE4-45CB-6A3B-B1147DD32C50}"/>
          </ac:cxnSpMkLst>
        </pc:cxnChg>
      </pc:sldChg>
      <pc:sldChg chg="addSp delSp modSp add mod">
        <pc:chgData name="Théophane Assongmeguem" userId="cfc1f65f2d325922" providerId="LiveId" clId="{4672F6A6-4155-4AB1-ABDF-12A99FBC4D92}" dt="2022-12-09T06:58:28.707" v="619" actId="1076"/>
        <pc:sldMkLst>
          <pc:docMk/>
          <pc:sldMk cId="437832774" sldId="259"/>
        </pc:sldMkLst>
        <pc:spChg chg="add mod">
          <ac:chgData name="Théophane Assongmeguem" userId="cfc1f65f2d325922" providerId="LiveId" clId="{4672F6A6-4155-4AB1-ABDF-12A99FBC4D92}" dt="2022-12-09T06:57:30.970" v="575" actId="1076"/>
          <ac:spMkLst>
            <pc:docMk/>
            <pc:sldMk cId="437832774" sldId="259"/>
            <ac:spMk id="5" creationId="{0CB1A246-76F3-6F52-3DE0-3E1FA1C09930}"/>
          </ac:spMkLst>
        </pc:spChg>
        <pc:spChg chg="del">
          <ac:chgData name="Théophane Assongmeguem" userId="cfc1f65f2d325922" providerId="LiveId" clId="{4672F6A6-4155-4AB1-ABDF-12A99FBC4D92}" dt="2022-12-09T06:56:59.724" v="570" actId="478"/>
          <ac:spMkLst>
            <pc:docMk/>
            <pc:sldMk cId="437832774" sldId="259"/>
            <ac:spMk id="10" creationId="{9838C87F-6ECF-C0F9-6DE3-23FA24B820D8}"/>
          </ac:spMkLst>
        </pc:spChg>
        <pc:spChg chg="del">
          <ac:chgData name="Théophane Assongmeguem" userId="cfc1f65f2d325922" providerId="LiveId" clId="{4672F6A6-4155-4AB1-ABDF-12A99FBC4D92}" dt="2022-12-09T06:56:56.787" v="568" actId="478"/>
          <ac:spMkLst>
            <pc:docMk/>
            <pc:sldMk cId="437832774" sldId="259"/>
            <ac:spMk id="19" creationId="{508D755C-B426-A43B-E503-A21339B72EAF}"/>
          </ac:spMkLst>
        </pc:spChg>
        <pc:spChg chg="del">
          <ac:chgData name="Théophane Assongmeguem" userId="cfc1f65f2d325922" providerId="LiveId" clId="{4672F6A6-4155-4AB1-ABDF-12A99FBC4D92}" dt="2022-12-09T06:56:46.082" v="560" actId="478"/>
          <ac:spMkLst>
            <pc:docMk/>
            <pc:sldMk cId="437832774" sldId="259"/>
            <ac:spMk id="22" creationId="{5D28A5CD-6062-93DC-3DF6-C0209EC03963}"/>
          </ac:spMkLst>
        </pc:spChg>
        <pc:spChg chg="del">
          <ac:chgData name="Théophane Assongmeguem" userId="cfc1f65f2d325922" providerId="LiveId" clId="{4672F6A6-4155-4AB1-ABDF-12A99FBC4D92}" dt="2022-12-09T06:56:54.635" v="566" actId="478"/>
          <ac:spMkLst>
            <pc:docMk/>
            <pc:sldMk cId="437832774" sldId="259"/>
            <ac:spMk id="23" creationId="{D3DBCF3F-05E3-FB6A-740F-FC813B0FC877}"/>
          </ac:spMkLst>
        </pc:spChg>
        <pc:spChg chg="del mod">
          <ac:chgData name="Théophane Assongmeguem" userId="cfc1f65f2d325922" providerId="LiveId" clId="{4672F6A6-4155-4AB1-ABDF-12A99FBC4D92}" dt="2022-12-09T06:56:53.702" v="565" actId="478"/>
          <ac:spMkLst>
            <pc:docMk/>
            <pc:sldMk cId="437832774" sldId="259"/>
            <ac:spMk id="24" creationId="{E18F4B48-AD93-3920-CF09-293EB7A9515D}"/>
          </ac:spMkLst>
        </pc:spChg>
        <pc:spChg chg="del">
          <ac:chgData name="Théophane Assongmeguem" userId="cfc1f65f2d325922" providerId="LiveId" clId="{4672F6A6-4155-4AB1-ABDF-12A99FBC4D92}" dt="2022-12-09T06:56:46.958" v="561" actId="478"/>
          <ac:spMkLst>
            <pc:docMk/>
            <pc:sldMk cId="437832774" sldId="259"/>
            <ac:spMk id="25" creationId="{6B4F5A48-22A1-ACCC-FB8D-0703B198094B}"/>
          </ac:spMkLst>
        </pc:spChg>
        <pc:spChg chg="del">
          <ac:chgData name="Théophane Assongmeguem" userId="cfc1f65f2d325922" providerId="LiveId" clId="{4672F6A6-4155-4AB1-ABDF-12A99FBC4D92}" dt="2022-12-09T06:56:56.038" v="567" actId="478"/>
          <ac:spMkLst>
            <pc:docMk/>
            <pc:sldMk cId="437832774" sldId="259"/>
            <ac:spMk id="26" creationId="{9D4D7E36-EDB1-577B-9F63-D7EA7812F5B5}"/>
          </ac:spMkLst>
        </pc:spChg>
        <pc:spChg chg="del">
          <ac:chgData name="Théophane Assongmeguem" userId="cfc1f65f2d325922" providerId="LiveId" clId="{4672F6A6-4155-4AB1-ABDF-12A99FBC4D92}" dt="2022-12-09T06:56:50.744" v="563" actId="478"/>
          <ac:spMkLst>
            <pc:docMk/>
            <pc:sldMk cId="437832774" sldId="259"/>
            <ac:spMk id="27" creationId="{4875DD9A-46A2-3173-1AE3-1ECECF001A08}"/>
          </ac:spMkLst>
        </pc:spChg>
        <pc:spChg chg="del">
          <ac:chgData name="Théophane Assongmeguem" userId="cfc1f65f2d325922" providerId="LiveId" clId="{4672F6A6-4155-4AB1-ABDF-12A99FBC4D92}" dt="2022-12-09T06:56:49.644" v="562" actId="478"/>
          <ac:spMkLst>
            <pc:docMk/>
            <pc:sldMk cId="437832774" sldId="259"/>
            <ac:spMk id="28" creationId="{936E43BC-E99B-F09F-C36E-4562AF73DC43}"/>
          </ac:spMkLst>
        </pc:spChg>
        <pc:spChg chg="mod">
          <ac:chgData name="Théophane Assongmeguem" userId="cfc1f65f2d325922" providerId="LiveId" clId="{4672F6A6-4155-4AB1-ABDF-12A99FBC4D92}" dt="2022-12-09T06:57:45.685" v="579" actId="14100"/>
          <ac:spMkLst>
            <pc:docMk/>
            <pc:sldMk cId="437832774" sldId="259"/>
            <ac:spMk id="29" creationId="{503EE122-92F6-6903-9BD0-03282A1C1B5F}"/>
          </ac:spMkLst>
        </pc:spChg>
        <pc:spChg chg="mod">
          <ac:chgData name="Théophane Assongmeguem" userId="cfc1f65f2d325922" providerId="LiveId" clId="{4672F6A6-4155-4AB1-ABDF-12A99FBC4D92}" dt="2022-12-09T06:58:13.676" v="618" actId="20577"/>
          <ac:spMkLst>
            <pc:docMk/>
            <pc:sldMk cId="437832774" sldId="259"/>
            <ac:spMk id="30" creationId="{6028A491-04E5-C873-00C8-7CA007838C40}"/>
          </ac:spMkLst>
        </pc:spChg>
        <pc:spChg chg="del">
          <ac:chgData name="Théophane Assongmeguem" userId="cfc1f65f2d325922" providerId="LiveId" clId="{4672F6A6-4155-4AB1-ABDF-12A99FBC4D92}" dt="2022-12-09T06:57:02.765" v="572" actId="478"/>
          <ac:spMkLst>
            <pc:docMk/>
            <pc:sldMk cId="437832774" sldId="259"/>
            <ac:spMk id="34" creationId="{A65FC494-0C76-6918-EBC5-4A4A618EA00B}"/>
          </ac:spMkLst>
        </pc:spChg>
        <pc:picChg chg="add mod">
          <ac:chgData name="Théophane Assongmeguem" userId="cfc1f65f2d325922" providerId="LiveId" clId="{4672F6A6-4155-4AB1-ABDF-12A99FBC4D92}" dt="2022-12-09T06:58:28.707" v="619" actId="1076"/>
          <ac:picMkLst>
            <pc:docMk/>
            <pc:sldMk cId="437832774" sldId="259"/>
            <ac:picMk id="4" creationId="{DC7E619C-1403-D28D-CF63-29E088B8248A}"/>
          </ac:picMkLst>
        </pc:picChg>
        <pc:picChg chg="del">
          <ac:chgData name="Théophane Assongmeguem" userId="cfc1f65f2d325922" providerId="LiveId" clId="{4672F6A6-4155-4AB1-ABDF-12A99FBC4D92}" dt="2022-12-09T06:56:57.704" v="569" actId="478"/>
          <ac:picMkLst>
            <pc:docMk/>
            <pc:sldMk cId="437832774" sldId="259"/>
            <ac:picMk id="9" creationId="{E407132E-6490-83DD-56E9-0FDFD333C62D}"/>
          </ac:picMkLst>
        </pc:picChg>
        <pc:picChg chg="del">
          <ac:chgData name="Théophane Assongmeguem" userId="cfc1f65f2d325922" providerId="LiveId" clId="{4672F6A6-4155-4AB1-ABDF-12A99FBC4D92}" dt="2022-12-09T06:56:44.461" v="559" actId="478"/>
          <ac:picMkLst>
            <pc:docMk/>
            <pc:sldMk cId="437832774" sldId="259"/>
            <ac:picMk id="11" creationId="{F307A985-0CE3-ECFF-95C9-799D240919D2}"/>
          </ac:picMkLst>
        </pc:picChg>
        <pc:cxnChg chg="del mod">
          <ac:chgData name="Théophane Assongmeguem" userId="cfc1f65f2d325922" providerId="LiveId" clId="{4672F6A6-4155-4AB1-ABDF-12A99FBC4D92}" dt="2022-12-09T06:57:01.444" v="571" actId="478"/>
          <ac:cxnSpMkLst>
            <pc:docMk/>
            <pc:sldMk cId="437832774" sldId="259"/>
            <ac:cxnSpMk id="32" creationId="{C96B95E6-4FE4-45CB-6A3B-B1147DD32C50}"/>
          </ac:cxnSpMkLst>
        </pc:cxnChg>
      </pc:sldChg>
      <pc:sldChg chg="addSp delSp modSp add mod">
        <pc:chgData name="Théophane Assongmeguem" userId="cfc1f65f2d325922" providerId="LiveId" clId="{4672F6A6-4155-4AB1-ABDF-12A99FBC4D92}" dt="2022-12-09T07:11:10.635" v="831" actId="1076"/>
        <pc:sldMkLst>
          <pc:docMk/>
          <pc:sldMk cId="3894394853" sldId="260"/>
        </pc:sldMkLst>
        <pc:spChg chg="mod">
          <ac:chgData name="Théophane Assongmeguem" userId="cfc1f65f2d325922" providerId="LiveId" clId="{4672F6A6-4155-4AB1-ABDF-12A99FBC4D92}" dt="2022-12-09T07:04:34.697" v="718" actId="1076"/>
          <ac:spMkLst>
            <pc:docMk/>
            <pc:sldMk cId="3894394853" sldId="260"/>
            <ac:spMk id="2" creationId="{093B9B1C-CD93-36EF-3812-5776F1BCD261}"/>
          </ac:spMkLst>
        </pc:spChg>
        <pc:spChg chg="del mod">
          <ac:chgData name="Théophane Assongmeguem" userId="cfc1f65f2d325922" providerId="LiveId" clId="{4672F6A6-4155-4AB1-ABDF-12A99FBC4D92}" dt="2022-12-09T07:08:51.176" v="768" actId="478"/>
          <ac:spMkLst>
            <pc:docMk/>
            <pc:sldMk cId="3894394853" sldId="260"/>
            <ac:spMk id="5" creationId="{0CB1A246-76F3-6F52-3DE0-3E1FA1C09930}"/>
          </ac:spMkLst>
        </pc:spChg>
        <pc:spChg chg="add del mod">
          <ac:chgData name="Théophane Assongmeguem" userId="cfc1f65f2d325922" providerId="LiveId" clId="{4672F6A6-4155-4AB1-ABDF-12A99FBC4D92}" dt="2022-12-09T07:08:42.035" v="764" actId="478"/>
          <ac:spMkLst>
            <pc:docMk/>
            <pc:sldMk cId="3894394853" sldId="260"/>
            <ac:spMk id="7" creationId="{B89DCF39-83F9-5913-0DF3-823D9EAECB08}"/>
          </ac:spMkLst>
        </pc:spChg>
        <pc:spChg chg="del">
          <ac:chgData name="Théophane Assongmeguem" userId="cfc1f65f2d325922" providerId="LiveId" clId="{4672F6A6-4155-4AB1-ABDF-12A99FBC4D92}" dt="2022-12-09T06:59:05.078" v="622" actId="478"/>
          <ac:spMkLst>
            <pc:docMk/>
            <pc:sldMk cId="3894394853" sldId="260"/>
            <ac:spMk id="8" creationId="{BDB916C4-9F72-6765-CE1A-31616BD31566}"/>
          </ac:spMkLst>
        </pc:spChg>
        <pc:spChg chg="add mod">
          <ac:chgData name="Théophane Assongmeguem" userId="cfc1f65f2d325922" providerId="LiveId" clId="{4672F6A6-4155-4AB1-ABDF-12A99FBC4D92}" dt="2022-12-09T07:01:32.804" v="642" actId="14100"/>
          <ac:spMkLst>
            <pc:docMk/>
            <pc:sldMk cId="3894394853" sldId="260"/>
            <ac:spMk id="9" creationId="{40D9C72C-CBE3-FE10-9C8F-A8AEB73A163E}"/>
          </ac:spMkLst>
        </pc:spChg>
        <pc:spChg chg="add mod">
          <ac:chgData name="Théophane Assongmeguem" userId="cfc1f65f2d325922" providerId="LiveId" clId="{4672F6A6-4155-4AB1-ABDF-12A99FBC4D92}" dt="2022-12-09T07:01:58.034" v="658" actId="1076"/>
          <ac:spMkLst>
            <pc:docMk/>
            <pc:sldMk cId="3894394853" sldId="260"/>
            <ac:spMk id="10" creationId="{C738F5D3-EC15-26A8-22DD-0B92172FEBA0}"/>
          </ac:spMkLst>
        </pc:spChg>
        <pc:spChg chg="add mod">
          <ac:chgData name="Théophane Assongmeguem" userId="cfc1f65f2d325922" providerId="LiveId" clId="{4672F6A6-4155-4AB1-ABDF-12A99FBC4D92}" dt="2022-12-09T07:03:03.091" v="707" actId="1076"/>
          <ac:spMkLst>
            <pc:docMk/>
            <pc:sldMk cId="3894394853" sldId="260"/>
            <ac:spMk id="11" creationId="{C7D0BE0B-F9C9-A569-CD82-3B259E6C51B8}"/>
          </ac:spMkLst>
        </pc:spChg>
        <pc:spChg chg="add mod">
          <ac:chgData name="Théophane Assongmeguem" userId="cfc1f65f2d325922" providerId="LiveId" clId="{4672F6A6-4155-4AB1-ABDF-12A99FBC4D92}" dt="2022-12-09T07:03:03.091" v="707" actId="1076"/>
          <ac:spMkLst>
            <pc:docMk/>
            <pc:sldMk cId="3894394853" sldId="260"/>
            <ac:spMk id="12" creationId="{F13239CD-26CF-53BD-29C0-EC36D0887E25}"/>
          </ac:spMkLst>
        </pc:spChg>
        <pc:spChg chg="add mod">
          <ac:chgData name="Théophane Assongmeguem" userId="cfc1f65f2d325922" providerId="LiveId" clId="{4672F6A6-4155-4AB1-ABDF-12A99FBC4D92}" dt="2022-12-09T07:04:23.236" v="715" actId="1076"/>
          <ac:spMkLst>
            <pc:docMk/>
            <pc:sldMk cId="3894394853" sldId="260"/>
            <ac:spMk id="16" creationId="{0F19B1AF-FAF6-8968-F121-815FBD58F261}"/>
          </ac:spMkLst>
        </pc:spChg>
        <pc:spChg chg="add mod">
          <ac:chgData name="Théophane Assongmeguem" userId="cfc1f65f2d325922" providerId="LiveId" clId="{4672F6A6-4155-4AB1-ABDF-12A99FBC4D92}" dt="2022-12-09T07:05:24.642" v="725" actId="1076"/>
          <ac:spMkLst>
            <pc:docMk/>
            <pc:sldMk cId="3894394853" sldId="260"/>
            <ac:spMk id="17" creationId="{14A24644-090B-D75A-B216-881F900A5648}"/>
          </ac:spMkLst>
        </pc:spChg>
        <pc:spChg chg="add del mod">
          <ac:chgData name="Théophane Assongmeguem" userId="cfc1f65f2d325922" providerId="LiveId" clId="{4672F6A6-4155-4AB1-ABDF-12A99FBC4D92}" dt="2022-12-09T07:08:44.334" v="765" actId="478"/>
          <ac:spMkLst>
            <pc:docMk/>
            <pc:sldMk cId="3894394853" sldId="260"/>
            <ac:spMk id="19" creationId="{275276CF-D925-A221-A51F-68B93A573E1D}"/>
          </ac:spMkLst>
        </pc:spChg>
        <pc:spChg chg="add mod">
          <ac:chgData name="Théophane Assongmeguem" userId="cfc1f65f2d325922" providerId="LiveId" clId="{4672F6A6-4155-4AB1-ABDF-12A99FBC4D92}" dt="2022-12-09T07:07:23.651" v="740" actId="1076"/>
          <ac:spMkLst>
            <pc:docMk/>
            <pc:sldMk cId="3894394853" sldId="260"/>
            <ac:spMk id="20" creationId="{719FAA56-CFEC-F85D-44A2-60891D8A5D1E}"/>
          </ac:spMkLst>
        </pc:spChg>
        <pc:spChg chg="add mod">
          <ac:chgData name="Théophane Assongmeguem" userId="cfc1f65f2d325922" providerId="LiveId" clId="{4672F6A6-4155-4AB1-ABDF-12A99FBC4D92}" dt="2022-12-09T07:08:25.515" v="763" actId="20577"/>
          <ac:spMkLst>
            <pc:docMk/>
            <pc:sldMk cId="3894394853" sldId="260"/>
            <ac:spMk id="21" creationId="{09F6FCE6-74D6-32E9-C10B-12B95C1B2468}"/>
          </ac:spMkLst>
        </pc:spChg>
        <pc:spChg chg="add mod">
          <ac:chgData name="Théophane Assongmeguem" userId="cfc1f65f2d325922" providerId="LiveId" clId="{4672F6A6-4155-4AB1-ABDF-12A99FBC4D92}" dt="2022-12-09T07:10:31.003" v="784" actId="1076"/>
          <ac:spMkLst>
            <pc:docMk/>
            <pc:sldMk cId="3894394853" sldId="260"/>
            <ac:spMk id="22" creationId="{ADF95783-0E7A-EC2B-858F-727D61D38B19}"/>
          </ac:spMkLst>
        </pc:spChg>
        <pc:spChg chg="add mod">
          <ac:chgData name="Théophane Assongmeguem" userId="cfc1f65f2d325922" providerId="LiveId" clId="{4672F6A6-4155-4AB1-ABDF-12A99FBC4D92}" dt="2022-12-09T07:11:10.635" v="831" actId="1076"/>
          <ac:spMkLst>
            <pc:docMk/>
            <pc:sldMk cId="3894394853" sldId="260"/>
            <ac:spMk id="23" creationId="{36FE6525-DED6-272A-CF0B-15A0C906856D}"/>
          </ac:spMkLst>
        </pc:spChg>
        <pc:spChg chg="del">
          <ac:chgData name="Théophane Assongmeguem" userId="cfc1f65f2d325922" providerId="LiveId" clId="{4672F6A6-4155-4AB1-ABDF-12A99FBC4D92}" dt="2022-12-09T07:01:08.894" v="638" actId="478"/>
          <ac:spMkLst>
            <pc:docMk/>
            <pc:sldMk cId="3894394853" sldId="260"/>
            <ac:spMk id="29" creationId="{503EE122-92F6-6903-9BD0-03282A1C1B5F}"/>
          </ac:spMkLst>
        </pc:spChg>
        <pc:spChg chg="del mod">
          <ac:chgData name="Théophane Assongmeguem" userId="cfc1f65f2d325922" providerId="LiveId" clId="{4672F6A6-4155-4AB1-ABDF-12A99FBC4D92}" dt="2022-12-09T07:01:07.619" v="637" actId="478"/>
          <ac:spMkLst>
            <pc:docMk/>
            <pc:sldMk cId="3894394853" sldId="260"/>
            <ac:spMk id="30" creationId="{6028A491-04E5-C873-00C8-7CA007838C40}"/>
          </ac:spMkLst>
        </pc:spChg>
        <pc:picChg chg="del mod">
          <ac:chgData name="Théophane Assongmeguem" userId="cfc1f65f2d325922" providerId="LiveId" clId="{4672F6A6-4155-4AB1-ABDF-12A99FBC4D92}" dt="2022-12-09T06:59:05.078" v="622" actId="478"/>
          <ac:picMkLst>
            <pc:docMk/>
            <pc:sldMk cId="3894394853" sldId="260"/>
            <ac:picMk id="3" creationId="{3A0BB71A-5E4C-1ABB-80D1-871186B9A35A}"/>
          </ac:picMkLst>
        </pc:picChg>
        <pc:picChg chg="add del mod">
          <ac:chgData name="Théophane Assongmeguem" userId="cfc1f65f2d325922" providerId="LiveId" clId="{4672F6A6-4155-4AB1-ABDF-12A99FBC4D92}" dt="2022-12-09T07:08:47.937" v="767" actId="478"/>
          <ac:picMkLst>
            <pc:docMk/>
            <pc:sldMk cId="3894394853" sldId="260"/>
            <ac:picMk id="4" creationId="{DC7E619C-1403-D28D-CF63-29E088B8248A}"/>
          </ac:picMkLst>
        </pc:picChg>
        <pc:picChg chg="add mod">
          <ac:chgData name="Théophane Assongmeguem" userId="cfc1f65f2d325922" providerId="LiveId" clId="{4672F6A6-4155-4AB1-ABDF-12A99FBC4D92}" dt="2022-12-09T07:01:26.249" v="640" actId="1076"/>
          <ac:picMkLst>
            <pc:docMk/>
            <pc:sldMk cId="3894394853" sldId="260"/>
            <ac:picMk id="6" creationId="{5179B9B4-683F-535D-15B7-7B6BACE00D62}"/>
          </ac:picMkLst>
        </pc:picChg>
        <pc:picChg chg="add mod">
          <ac:chgData name="Théophane Assongmeguem" userId="cfc1f65f2d325922" providerId="LiveId" clId="{4672F6A6-4155-4AB1-ABDF-12A99FBC4D92}" dt="2022-12-09T07:03:49.523" v="711" actId="1076"/>
          <ac:picMkLst>
            <pc:docMk/>
            <pc:sldMk cId="3894394853" sldId="260"/>
            <ac:picMk id="14" creationId="{A762CD6F-3E59-3258-B970-C29CA39F4614}"/>
          </ac:picMkLst>
        </pc:picChg>
        <pc:picChg chg="add mod">
          <ac:chgData name="Théophane Assongmeguem" userId="cfc1f65f2d325922" providerId="LiveId" clId="{4672F6A6-4155-4AB1-ABDF-12A99FBC4D92}" dt="2022-12-09T07:09:46.611" v="775" actId="1076"/>
          <ac:picMkLst>
            <pc:docMk/>
            <pc:sldMk cId="3894394853" sldId="260"/>
            <ac:picMk id="18" creationId="{302B201E-DEE8-6B8A-89D7-0C8EEDACCE1E}"/>
          </ac:picMkLst>
        </pc:picChg>
      </pc:sldChg>
      <pc:sldChg chg="addSp delSp modSp add mod ord">
        <pc:chgData name="Théophane Assongmeguem" userId="cfc1f65f2d325922" providerId="LiveId" clId="{4672F6A6-4155-4AB1-ABDF-12A99FBC4D92}" dt="2022-12-09T07:40:17.796" v="884" actId="20577"/>
        <pc:sldMkLst>
          <pc:docMk/>
          <pc:sldMk cId="192066244" sldId="261"/>
        </pc:sldMkLst>
        <pc:spChg chg="mod">
          <ac:chgData name="Théophane Assongmeguem" userId="cfc1f65f2d325922" providerId="LiveId" clId="{4672F6A6-4155-4AB1-ABDF-12A99FBC4D92}" dt="2022-12-09T07:35:57.122" v="844" actId="20577"/>
          <ac:spMkLst>
            <pc:docMk/>
            <pc:sldMk cId="192066244" sldId="261"/>
            <ac:spMk id="13" creationId="{48B4FFE3-6059-4335-AD85-35A077F4518C}"/>
          </ac:spMkLst>
        </pc:spChg>
        <pc:spChg chg="mod">
          <ac:chgData name="Théophane Assongmeguem" userId="cfc1f65f2d325922" providerId="LiveId" clId="{4672F6A6-4155-4AB1-ABDF-12A99FBC4D92}" dt="2022-12-09T07:40:17.796" v="884" actId="20577"/>
          <ac:spMkLst>
            <pc:docMk/>
            <pc:sldMk cId="192066244" sldId="261"/>
            <ac:spMk id="17" creationId="{3B5C9441-9576-5304-49EC-C74EDAC4F03D}"/>
          </ac:spMkLst>
        </pc:spChg>
        <pc:spChg chg="mod">
          <ac:chgData name="Théophane Assongmeguem" userId="cfc1f65f2d325922" providerId="LiveId" clId="{4672F6A6-4155-4AB1-ABDF-12A99FBC4D92}" dt="2022-12-09T07:39:23.925" v="869" actId="1076"/>
          <ac:spMkLst>
            <pc:docMk/>
            <pc:sldMk cId="192066244" sldId="261"/>
            <ac:spMk id="18" creationId="{4F0FE545-4EE4-949E-E99A-0C6C8D5D9E5F}"/>
          </ac:spMkLst>
        </pc:spChg>
        <pc:spChg chg="del">
          <ac:chgData name="Théophane Assongmeguem" userId="cfc1f65f2d325922" providerId="LiveId" clId="{4672F6A6-4155-4AB1-ABDF-12A99FBC4D92}" dt="2022-12-09T07:39:26.542" v="870" actId="478"/>
          <ac:spMkLst>
            <pc:docMk/>
            <pc:sldMk cId="192066244" sldId="261"/>
            <ac:spMk id="19" creationId="{F4681168-F658-11F5-FC64-B614AB5A0E68}"/>
          </ac:spMkLst>
        </pc:spChg>
        <pc:spChg chg="mod">
          <ac:chgData name="Théophane Assongmeguem" userId="cfc1f65f2d325922" providerId="LiveId" clId="{4672F6A6-4155-4AB1-ABDF-12A99FBC4D92}" dt="2022-12-09T07:39:47.969" v="874" actId="1076"/>
          <ac:spMkLst>
            <pc:docMk/>
            <pc:sldMk cId="192066244" sldId="261"/>
            <ac:spMk id="20" creationId="{28443DF7-234A-D7B8-94EF-4721889E55DA}"/>
          </ac:spMkLst>
        </pc:spChg>
        <pc:picChg chg="add mod">
          <ac:chgData name="Théophane Assongmeguem" userId="cfc1f65f2d325922" providerId="LiveId" clId="{4672F6A6-4155-4AB1-ABDF-12A99FBC4D92}" dt="2022-12-09T07:39:08.183" v="857" actId="1076"/>
          <ac:picMkLst>
            <pc:docMk/>
            <pc:sldMk cId="192066244" sldId="261"/>
            <ac:picMk id="3" creationId="{A806CDAC-4319-A5C4-341E-08F67F614414}"/>
          </ac:picMkLst>
        </pc:picChg>
        <pc:picChg chg="add mod">
          <ac:chgData name="Théophane Assongmeguem" userId="cfc1f65f2d325922" providerId="LiveId" clId="{4672F6A6-4155-4AB1-ABDF-12A99FBC4D92}" dt="2022-12-09T07:40:11.638" v="877" actId="1076"/>
          <ac:picMkLst>
            <pc:docMk/>
            <pc:sldMk cId="192066244" sldId="261"/>
            <ac:picMk id="5" creationId="{CFC55E69-7702-3702-3B35-69714C86F5D0}"/>
          </ac:picMkLst>
        </pc:picChg>
        <pc:picChg chg="del">
          <ac:chgData name="Théophane Assongmeguem" userId="cfc1f65f2d325922" providerId="LiveId" clId="{4672F6A6-4155-4AB1-ABDF-12A99FBC4D92}" dt="2022-12-09T07:38:29.687" v="845" actId="478"/>
          <ac:picMkLst>
            <pc:docMk/>
            <pc:sldMk cId="192066244" sldId="261"/>
            <ac:picMk id="6" creationId="{51856F11-DC73-D47D-36FF-C8B6CD775BAD}"/>
          </ac:picMkLst>
        </pc:picChg>
        <pc:picChg chg="del">
          <ac:chgData name="Théophane Assongmeguem" userId="cfc1f65f2d325922" providerId="LiveId" clId="{4672F6A6-4155-4AB1-ABDF-12A99FBC4D92}" dt="2022-12-09T07:38:31.094" v="846" actId="478"/>
          <ac:picMkLst>
            <pc:docMk/>
            <pc:sldMk cId="192066244" sldId="261"/>
            <ac:picMk id="8" creationId="{415B4715-6548-C0DD-8EB5-2A406A669FEA}"/>
          </ac:picMkLst>
        </pc:picChg>
        <pc:picChg chg="del">
          <ac:chgData name="Théophane Assongmeguem" userId="cfc1f65f2d325922" providerId="LiveId" clId="{4672F6A6-4155-4AB1-ABDF-12A99FBC4D92}" dt="2022-12-09T07:38:32.445" v="847" actId="478"/>
          <ac:picMkLst>
            <pc:docMk/>
            <pc:sldMk cId="192066244" sldId="261"/>
            <ac:picMk id="10" creationId="{DD569E1B-F694-7CA0-D0BA-0FAFC42C2D58}"/>
          </ac:picMkLst>
        </pc:picChg>
        <pc:picChg chg="mod">
          <ac:chgData name="Théophane Assongmeguem" userId="cfc1f65f2d325922" providerId="LiveId" clId="{4672F6A6-4155-4AB1-ABDF-12A99FBC4D92}" dt="2022-12-09T07:39:40.169" v="873" actId="1076"/>
          <ac:picMkLst>
            <pc:docMk/>
            <pc:sldMk cId="192066244" sldId="261"/>
            <ac:picMk id="12" creationId="{1E095767-7669-9BF8-64DF-D1464A7F94D5}"/>
          </ac:picMkLst>
        </pc:picChg>
      </pc:sldChg>
      <pc:sldChg chg="addSp delSp modSp add del mod">
        <pc:chgData name="Théophane Assongmeguem" userId="cfc1f65f2d325922" providerId="LiveId" clId="{4672F6A6-4155-4AB1-ABDF-12A99FBC4D92}" dt="2022-12-09T07:51:48.309" v="932" actId="47"/>
        <pc:sldMkLst>
          <pc:docMk/>
          <pc:sldMk cId="1927503855" sldId="262"/>
        </pc:sldMkLst>
        <pc:spChg chg="add mod">
          <ac:chgData name="Théophane Assongmeguem" userId="cfc1f65f2d325922" providerId="LiveId" clId="{4672F6A6-4155-4AB1-ABDF-12A99FBC4D92}" dt="2022-12-09T07:50:41.906" v="910"/>
          <ac:spMkLst>
            <pc:docMk/>
            <pc:sldMk cId="1927503855" sldId="262"/>
            <ac:spMk id="6" creationId="{E9B3637F-E8FE-F5F0-813F-0E961D096AF8}"/>
          </ac:spMkLst>
        </pc:spChg>
        <pc:spChg chg="add mod">
          <ac:chgData name="Théophane Assongmeguem" userId="cfc1f65f2d325922" providerId="LiveId" clId="{4672F6A6-4155-4AB1-ABDF-12A99FBC4D92}" dt="2022-12-09T07:50:58.402" v="929" actId="20577"/>
          <ac:spMkLst>
            <pc:docMk/>
            <pc:sldMk cId="1927503855" sldId="262"/>
            <ac:spMk id="7" creationId="{6127604D-0BFD-ADC1-4D1B-769348A0AA11}"/>
          </ac:spMkLst>
        </pc:spChg>
        <pc:spChg chg="mod">
          <ac:chgData name="Théophane Assongmeguem" userId="cfc1f65f2d325922" providerId="LiveId" clId="{4672F6A6-4155-4AB1-ABDF-12A99FBC4D92}" dt="2022-12-09T07:44:35.617" v="893" actId="1076"/>
          <ac:spMkLst>
            <pc:docMk/>
            <pc:sldMk cId="1927503855" sldId="262"/>
            <ac:spMk id="13" creationId="{48B4FFE3-6059-4335-AD85-35A077F4518C}"/>
          </ac:spMkLst>
        </pc:spChg>
        <pc:spChg chg="del">
          <ac:chgData name="Théophane Assongmeguem" userId="cfc1f65f2d325922" providerId="LiveId" clId="{4672F6A6-4155-4AB1-ABDF-12A99FBC4D92}" dt="2022-12-09T07:45:02.942" v="895" actId="478"/>
          <ac:spMkLst>
            <pc:docMk/>
            <pc:sldMk cId="1927503855" sldId="262"/>
            <ac:spMk id="17" creationId="{3B5C9441-9576-5304-49EC-C74EDAC4F03D}"/>
          </ac:spMkLst>
        </pc:spChg>
        <pc:spChg chg="del">
          <ac:chgData name="Théophane Assongmeguem" userId="cfc1f65f2d325922" providerId="LiveId" clId="{4672F6A6-4155-4AB1-ABDF-12A99FBC4D92}" dt="2022-12-09T07:45:04.507" v="896" actId="478"/>
          <ac:spMkLst>
            <pc:docMk/>
            <pc:sldMk cId="1927503855" sldId="262"/>
            <ac:spMk id="18" creationId="{4F0FE545-4EE4-949E-E99A-0C6C8D5D9E5F}"/>
          </ac:spMkLst>
        </pc:spChg>
        <pc:spChg chg="del">
          <ac:chgData name="Théophane Assongmeguem" userId="cfc1f65f2d325922" providerId="LiveId" clId="{4672F6A6-4155-4AB1-ABDF-12A99FBC4D92}" dt="2022-12-09T07:45:08.263" v="898" actId="478"/>
          <ac:spMkLst>
            <pc:docMk/>
            <pc:sldMk cId="1927503855" sldId="262"/>
            <ac:spMk id="20" creationId="{28443DF7-234A-D7B8-94EF-4721889E55DA}"/>
          </ac:spMkLst>
        </pc:spChg>
        <pc:picChg chg="mod">
          <ac:chgData name="Théophane Assongmeguem" userId="cfc1f65f2d325922" providerId="LiveId" clId="{4672F6A6-4155-4AB1-ABDF-12A99FBC4D92}" dt="2022-12-09T07:50:28.992" v="909" actId="1076"/>
          <ac:picMkLst>
            <pc:docMk/>
            <pc:sldMk cId="1927503855" sldId="262"/>
            <ac:picMk id="3" creationId="{A806CDAC-4319-A5C4-341E-08F67F614414}"/>
          </ac:picMkLst>
        </pc:picChg>
        <pc:picChg chg="add mod">
          <ac:chgData name="Théophane Assongmeguem" userId="cfc1f65f2d325922" providerId="LiveId" clId="{4672F6A6-4155-4AB1-ABDF-12A99FBC4D92}" dt="2022-12-09T07:50:14.757" v="904" actId="1076"/>
          <ac:picMkLst>
            <pc:docMk/>
            <pc:sldMk cId="1927503855" sldId="262"/>
            <ac:picMk id="4" creationId="{A19C41A1-8132-24BB-93EF-70321697AB4A}"/>
          </ac:picMkLst>
        </pc:picChg>
        <pc:picChg chg="del">
          <ac:chgData name="Théophane Assongmeguem" userId="cfc1f65f2d325922" providerId="LiveId" clId="{4672F6A6-4155-4AB1-ABDF-12A99FBC4D92}" dt="2022-12-09T07:45:01.207" v="894" actId="478"/>
          <ac:picMkLst>
            <pc:docMk/>
            <pc:sldMk cId="1927503855" sldId="262"/>
            <ac:picMk id="5" creationId="{CFC55E69-7702-3702-3B35-69714C86F5D0}"/>
          </ac:picMkLst>
        </pc:picChg>
        <pc:picChg chg="del">
          <ac:chgData name="Théophane Assongmeguem" userId="cfc1f65f2d325922" providerId="LiveId" clId="{4672F6A6-4155-4AB1-ABDF-12A99FBC4D92}" dt="2022-12-09T07:45:06.585" v="897" actId="478"/>
          <ac:picMkLst>
            <pc:docMk/>
            <pc:sldMk cId="1927503855" sldId="262"/>
            <ac:picMk id="12" creationId="{1E095767-7669-9BF8-64DF-D1464A7F94D5}"/>
          </ac:picMkLst>
        </pc:picChg>
        <pc:picChg chg="mod">
          <ac:chgData name="Théophane Assongmeguem" userId="cfc1f65f2d325922" providerId="LiveId" clId="{4672F6A6-4155-4AB1-ABDF-12A99FBC4D92}" dt="2022-12-09T07:44:04.618" v="887" actId="1076"/>
          <ac:picMkLst>
            <pc:docMk/>
            <pc:sldMk cId="1927503855" sldId="262"/>
            <ac:picMk id="15" creationId="{D40AA974-FE68-CB64-F71B-AC34A3CE652B}"/>
          </ac:picMkLst>
        </pc:picChg>
      </pc:sldChg>
      <pc:sldChg chg="delSp add del mod">
        <pc:chgData name="Théophane Assongmeguem" userId="cfc1f65f2d325922" providerId="LiveId" clId="{4672F6A6-4155-4AB1-ABDF-12A99FBC4D92}" dt="2022-12-09T07:51:50.010" v="933" actId="47"/>
        <pc:sldMkLst>
          <pc:docMk/>
          <pc:sldMk cId="1086211922" sldId="263"/>
        </pc:sldMkLst>
        <pc:picChg chg="del">
          <ac:chgData name="Théophane Assongmeguem" userId="cfc1f65f2d325922" providerId="LiveId" clId="{4672F6A6-4155-4AB1-ABDF-12A99FBC4D92}" dt="2022-12-09T07:51:26.708" v="931" actId="478"/>
          <ac:picMkLst>
            <pc:docMk/>
            <pc:sldMk cId="1086211922" sldId="263"/>
            <ac:picMk id="4" creationId="{A19C41A1-8132-24BB-93EF-70321697AB4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4B1E10-833D-FBF0-61EE-7936A0CF0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481BADB-0E90-606C-E9C6-C13C1C55E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CE7BFE-DFAD-8752-690B-742EBF9FC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72C4-8989-4558-B623-2655E6DB5DB9}" type="datetimeFigureOut">
              <a:rPr lang="fr-BE" smtClean="0"/>
              <a:t>09-12-22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34E571-04CF-79DC-33D8-E580FDEE2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674EC64-3378-86DC-A419-FA6DAD5BD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90B48-AC36-482F-87A2-CA4DD42AA59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74910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67BD8D-1ABE-E679-4B6D-9E7883AEB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5AF238-CB1B-090A-6D6A-974382858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B9E082-BF5D-B1E1-5E05-4A8B4F6AA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72C4-8989-4558-B623-2655E6DB5DB9}" type="datetimeFigureOut">
              <a:rPr lang="fr-BE" smtClean="0"/>
              <a:t>09-12-22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14F2C6-5271-9DFE-1E4E-90942127A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F8B629-D5AB-137A-8EC2-53D449DEE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90B48-AC36-482F-87A2-CA4DD42AA59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26064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35E08B-34F1-0746-793E-1B3438D8D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5163B6A-FB77-C5A1-4EE6-A4FFC05AD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918ABB-BC50-F1A7-B30E-56C702320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72C4-8989-4558-B623-2655E6DB5DB9}" type="datetimeFigureOut">
              <a:rPr lang="fr-BE" smtClean="0"/>
              <a:t>09-12-22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FDA0EC-B810-8570-BF1F-AD64133B0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8D0331-03F0-7349-427F-5AC367CB2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90B48-AC36-482F-87A2-CA4DD42AA59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73234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3C41FA-5D82-C1B1-1EA8-E881245D7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7F5722-0514-2B1F-AD81-EA07630FDA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8B114C6-42F9-3F3C-1101-C449FB51F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BA222D9-6B1A-A505-EF23-215F62238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72C4-8989-4558-B623-2655E6DB5DB9}" type="datetimeFigureOut">
              <a:rPr lang="fr-BE" smtClean="0"/>
              <a:t>09-12-22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AAA57B5-0807-3092-ACD1-3324EEC2E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C026EA6-5DEF-A49D-920A-ADE32C5EF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90B48-AC36-482F-87A2-CA4DD42AA59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17190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2B9752-3418-A698-9D3C-1A29D3638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05519A0-F248-8D37-0DA6-D3CE69BBA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FB5D016-EF94-0779-8213-9C2FDD35F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1997FB0-9752-5BBC-3C61-1BBF43F924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B63CE65-48F7-B85B-A52A-F652758C10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7DA6A46-A309-CCC4-345A-05EC1D28F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72C4-8989-4558-B623-2655E6DB5DB9}" type="datetimeFigureOut">
              <a:rPr lang="fr-BE" smtClean="0"/>
              <a:t>09-12-22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C37046C-1296-D88C-53D9-C9BADE02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DD78CF1-D7A1-CA1A-449A-ECA2A1E87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90B48-AC36-482F-87A2-CA4DD42AA59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64369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26A12C-E922-271D-BBE0-5413C1154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C91F3C1-F322-412D-15BD-0EA5FC1CB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72C4-8989-4558-B623-2655E6DB5DB9}" type="datetimeFigureOut">
              <a:rPr lang="fr-BE" smtClean="0"/>
              <a:t>09-12-22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54827C7-E18D-747E-FC0E-11F57ADE3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0186635-F9EA-1FBE-DAFE-D0074CDAD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90B48-AC36-482F-87A2-CA4DD42AA59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53350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3E75331-2415-BC9F-E48A-12DA13710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72C4-8989-4558-B623-2655E6DB5DB9}" type="datetimeFigureOut">
              <a:rPr lang="fr-BE" smtClean="0"/>
              <a:t>09-12-22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33B3F77-B338-6F25-B877-2B7BC77AA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65095EF-C6B2-18C6-6D3B-31C4C05CE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90B48-AC36-482F-87A2-CA4DD42AA59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48369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167605-0E38-320A-9655-4E0E0E923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1B57B2-2F93-4B44-505E-7F492059C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4814187-B560-DFD4-A5D1-059F16A0BB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B54CE90-5605-0E09-6494-1DF564103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72C4-8989-4558-B623-2655E6DB5DB9}" type="datetimeFigureOut">
              <a:rPr lang="fr-BE" smtClean="0"/>
              <a:t>09-12-22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9FDBFDB-60FB-B12E-2125-CE5E7429C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4058438-4A0F-9341-538C-74B562919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90B48-AC36-482F-87A2-CA4DD42AA59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90960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467A88-7518-275B-0425-9C7D17F1F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54E2803-EE34-3EE7-D322-B451771891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2E78CFE-32B4-8F3C-783F-6D20F1950E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2DA0A01-CF42-AF1A-94B8-2C47D67E3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72C4-8989-4558-B623-2655E6DB5DB9}" type="datetimeFigureOut">
              <a:rPr lang="fr-BE" smtClean="0"/>
              <a:t>09-12-22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16A395B-24EE-5561-1462-0B4389DE9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018F948-5DDD-4783-1AFF-EBF0A232C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90B48-AC36-482F-87A2-CA4DD42AA59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57597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F4FC15-0919-C00B-3F38-34EAA491E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9105154-83A6-5C21-591E-447997F16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B11193-27A0-8BEE-FC67-12C1938D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72C4-8989-4558-B623-2655E6DB5DB9}" type="datetimeFigureOut">
              <a:rPr lang="fr-BE" smtClean="0"/>
              <a:t>09-12-22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C84A28-2837-BF5C-178A-C2AB9640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096406-A819-85A6-BABA-B396FC5C2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90B48-AC36-482F-87A2-CA4DD42AA59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58900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C313B29-3E21-09AA-54E8-5529386491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6473E72-801B-D793-DCFC-C51D303DE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713F0D3-18FB-5DF3-A8BD-56C7B0D3F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72C4-8989-4558-B623-2655E6DB5DB9}" type="datetimeFigureOut">
              <a:rPr lang="fr-BE" smtClean="0"/>
              <a:t>09-12-22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44D755-3E92-C7C4-3C36-CBD61079E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8B3FAFE-BD07-E1EA-AB1B-5CDB57CD6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90B48-AC36-482F-87A2-CA4DD42AA59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72254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E6B5D68-D113-205E-BA0B-B14477468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586F0C3-713C-790A-5264-1C6F27C54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75A313-6B05-E0FB-8509-64698B3595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B72C4-8989-4558-B623-2655E6DB5DB9}" type="datetimeFigureOut">
              <a:rPr lang="fr-BE" smtClean="0"/>
              <a:t>09-12-22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9011B74-D742-C314-7BBC-F4C3ACCBDD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2A446B-2A2A-8521-9881-29CDDE940C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490B48-AC36-482F-87A2-CA4DD42AA59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48909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51856F11-DC73-D47D-36FF-C8B6CD775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31" y="2710206"/>
            <a:ext cx="2630078" cy="263007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415B4715-6548-C0DD-8EB5-2A406A669F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6530" y="2710206"/>
            <a:ext cx="2630078" cy="263007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D569E1B-F694-7CA0-D0BA-0FAFC42C2D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029" y="2677212"/>
            <a:ext cx="3014233" cy="3014233"/>
          </a:xfrm>
          <a:prstGeom prst="rect">
            <a:avLst/>
          </a:prstGeom>
        </p:spPr>
      </p:pic>
      <p:pic>
        <p:nvPicPr>
          <p:cNvPr id="12" name="Image 11" descr="Une image contenant jouet, graphiques vectoriels&#10;&#10;Description générée automatiquement">
            <a:extLst>
              <a:ext uri="{FF2B5EF4-FFF2-40B4-BE49-F238E27FC236}">
                <a16:creationId xmlns:a16="http://schemas.microsoft.com/office/drawing/2014/main" id="{1E095767-7669-9BF8-64DF-D1464A7F94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6720" y="2839431"/>
            <a:ext cx="2371627" cy="237162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8B4FFE3-6059-4335-AD85-35A077F4518C}"/>
              </a:ext>
            </a:extLst>
          </p:cNvPr>
          <p:cNvSpPr/>
          <p:nvPr/>
        </p:nvSpPr>
        <p:spPr>
          <a:xfrm>
            <a:off x="3527886" y="1322985"/>
            <a:ext cx="46146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Gestion de colis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D40AA974-FE68-CB64-F71B-AC34A3CE65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121" y="-780752"/>
            <a:ext cx="3402190" cy="34021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3B5C9441-9576-5304-49EC-C74EDAC4F03D}"/>
              </a:ext>
            </a:extLst>
          </p:cNvPr>
          <p:cNvSpPr/>
          <p:nvPr/>
        </p:nvSpPr>
        <p:spPr>
          <a:xfrm>
            <a:off x="816035" y="5420124"/>
            <a:ext cx="143007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 voyageur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0FE545-4EE4-949E-E99A-0C6C8D5D9E5F}"/>
              </a:ext>
            </a:extLst>
          </p:cNvPr>
          <p:cNvSpPr/>
          <p:nvPr/>
        </p:nvSpPr>
        <p:spPr>
          <a:xfrm>
            <a:off x="3827622" y="5420124"/>
            <a:ext cx="144789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L’expéditeur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681168-F658-11F5-FC64-B614AB5A0E68}"/>
              </a:ext>
            </a:extLst>
          </p:cNvPr>
          <p:cNvSpPr/>
          <p:nvPr/>
        </p:nvSpPr>
        <p:spPr>
          <a:xfrm>
            <a:off x="6905865" y="5420124"/>
            <a:ext cx="171656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 destinataire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443DF7-234A-D7B8-94EF-4721889E55DA}"/>
              </a:ext>
            </a:extLst>
          </p:cNvPr>
          <p:cNvSpPr/>
          <p:nvPr/>
        </p:nvSpPr>
        <p:spPr>
          <a:xfrm>
            <a:off x="9791295" y="5420124"/>
            <a:ext cx="178247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 staff de DGA</a:t>
            </a:r>
          </a:p>
        </p:txBody>
      </p:sp>
    </p:spTree>
    <p:extLst>
      <p:ext uri="{BB962C8B-B14F-4D97-AF65-F5344CB8AC3E}">
        <p14:creationId xmlns:p14="http://schemas.microsoft.com/office/powerpoint/2010/main" val="1504854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51856F11-DC73-D47D-36FF-C8B6CD775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31" y="2710206"/>
            <a:ext cx="2630078" cy="2630078"/>
          </a:xfrm>
          <a:prstGeom prst="rect">
            <a:avLst/>
          </a:prstGeom>
        </p:spPr>
      </p:pic>
      <p:pic>
        <p:nvPicPr>
          <p:cNvPr id="12" name="Image 11" descr="Une image contenant jouet, graphiques vectoriels&#10;&#10;Description générée automatiquement">
            <a:extLst>
              <a:ext uri="{FF2B5EF4-FFF2-40B4-BE49-F238E27FC236}">
                <a16:creationId xmlns:a16="http://schemas.microsoft.com/office/drawing/2014/main" id="{1E095767-7669-9BF8-64DF-D1464A7F9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6720" y="2839431"/>
            <a:ext cx="2371627" cy="237162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8B4FFE3-6059-4335-AD85-35A077F4518C}"/>
              </a:ext>
            </a:extLst>
          </p:cNvPr>
          <p:cNvSpPr/>
          <p:nvPr/>
        </p:nvSpPr>
        <p:spPr>
          <a:xfrm>
            <a:off x="9718015" y="275339"/>
            <a:ext cx="215033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Gestion de colis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D40AA974-FE68-CB64-F71B-AC34A3CE65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31" y="-835695"/>
            <a:ext cx="2699815" cy="269981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3B5C9441-9576-5304-49EC-C74EDAC4F03D}"/>
              </a:ext>
            </a:extLst>
          </p:cNvPr>
          <p:cNvSpPr/>
          <p:nvPr/>
        </p:nvSpPr>
        <p:spPr>
          <a:xfrm>
            <a:off x="816035" y="5420124"/>
            <a:ext cx="143007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 voyageur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443DF7-234A-D7B8-94EF-4721889E55DA}"/>
              </a:ext>
            </a:extLst>
          </p:cNvPr>
          <p:cNvSpPr/>
          <p:nvPr/>
        </p:nvSpPr>
        <p:spPr>
          <a:xfrm>
            <a:off x="9791295" y="5420124"/>
            <a:ext cx="178247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 staff de DGA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3B9B1C-CD93-36EF-3812-5776F1BCD261}"/>
              </a:ext>
            </a:extLst>
          </p:cNvPr>
          <p:cNvSpPr/>
          <p:nvPr/>
        </p:nvSpPr>
        <p:spPr>
          <a:xfrm>
            <a:off x="3504136" y="1166555"/>
            <a:ext cx="51837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Publier un voyage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8F3BB9C-4AA1-F3F5-ADF4-ED99040543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5523" y="2421394"/>
            <a:ext cx="1820951" cy="3641902"/>
          </a:xfrm>
          <a:prstGeom prst="rect">
            <a:avLst/>
          </a:prstGeom>
        </p:spPr>
      </p:pic>
      <p:sp>
        <p:nvSpPr>
          <p:cNvPr id="5" name="Flèche : droite 4">
            <a:extLst>
              <a:ext uri="{FF2B5EF4-FFF2-40B4-BE49-F238E27FC236}">
                <a16:creationId xmlns:a16="http://schemas.microsoft.com/office/drawing/2014/main" id="{50DAFCAD-8953-97E9-3938-4F513BCF0F66}"/>
              </a:ext>
            </a:extLst>
          </p:cNvPr>
          <p:cNvSpPr/>
          <p:nvPr/>
        </p:nvSpPr>
        <p:spPr>
          <a:xfrm>
            <a:off x="2323281" y="3100327"/>
            <a:ext cx="2766747" cy="2590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895928-7854-0B0C-06C4-A995C5E00CBC}"/>
              </a:ext>
            </a:extLst>
          </p:cNvPr>
          <p:cNvSpPr/>
          <p:nvPr/>
        </p:nvSpPr>
        <p:spPr>
          <a:xfrm>
            <a:off x="2559152" y="2674507"/>
            <a:ext cx="231332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1- Publie son voyage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AAAD7AB3-9B9D-53DA-58FE-A2658C3D2553}"/>
              </a:ext>
            </a:extLst>
          </p:cNvPr>
          <p:cNvSpPr/>
          <p:nvPr/>
        </p:nvSpPr>
        <p:spPr>
          <a:xfrm>
            <a:off x="7691948" y="2633315"/>
            <a:ext cx="2026067" cy="3516319"/>
          </a:xfrm>
          <a:prstGeom prst="round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2-</a:t>
            </a:r>
          </a:p>
          <a:p>
            <a:r>
              <a:rPr lang="fr-FR" dirty="0"/>
              <a:t>Analyse des documents du voyageur:</a:t>
            </a:r>
          </a:p>
          <a:p>
            <a:pPr marL="285750" indent="-285750">
              <a:buFontTx/>
              <a:buChar char="-"/>
            </a:pPr>
            <a:r>
              <a:rPr lang="fr-FR" dirty="0"/>
              <a:t>Passeport</a:t>
            </a:r>
          </a:p>
          <a:p>
            <a:pPr marL="285750" indent="-285750">
              <a:buFontTx/>
              <a:buChar char="-"/>
            </a:pPr>
            <a:r>
              <a:rPr lang="fr-FR" dirty="0"/>
              <a:t>Billet d’avion</a:t>
            </a:r>
          </a:p>
          <a:p>
            <a:pPr marL="285750" indent="-285750">
              <a:buFontTx/>
              <a:buChar char="-"/>
            </a:pPr>
            <a:r>
              <a:rPr lang="fr-FR" dirty="0"/>
              <a:t>Test COVID</a:t>
            </a:r>
            <a:endParaRPr lang="fr-BE" dirty="0"/>
          </a:p>
        </p:txBody>
      </p:sp>
      <p:sp>
        <p:nvSpPr>
          <p:cNvPr id="16" name="Flèche : droite 15">
            <a:extLst>
              <a:ext uri="{FF2B5EF4-FFF2-40B4-BE49-F238E27FC236}">
                <a16:creationId xmlns:a16="http://schemas.microsoft.com/office/drawing/2014/main" id="{53C5770C-3038-941D-2BDF-0C4C1440AD0A}"/>
              </a:ext>
            </a:extLst>
          </p:cNvPr>
          <p:cNvSpPr/>
          <p:nvPr/>
        </p:nvSpPr>
        <p:spPr>
          <a:xfrm rot="10800000">
            <a:off x="2323280" y="4505611"/>
            <a:ext cx="2766747" cy="2590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1C6E05-0E1E-3DE0-1928-DC746C1AC7D8}"/>
              </a:ext>
            </a:extLst>
          </p:cNvPr>
          <p:cNvSpPr/>
          <p:nvPr/>
        </p:nvSpPr>
        <p:spPr>
          <a:xfrm>
            <a:off x="2559152" y="3866944"/>
            <a:ext cx="225125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3- Réponse de DGA </a:t>
            </a:r>
          </a:p>
          <a:p>
            <a:pPr algn="ctr"/>
            <a:r>
              <a:rPr lang="fr-F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(Approuvé / rejeté)</a:t>
            </a:r>
          </a:p>
        </p:txBody>
      </p:sp>
    </p:spTree>
    <p:extLst>
      <p:ext uri="{BB962C8B-B14F-4D97-AF65-F5344CB8AC3E}">
        <p14:creationId xmlns:p14="http://schemas.microsoft.com/office/powerpoint/2010/main" val="1593844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8B4FFE3-6059-4335-AD85-35A077F4518C}"/>
              </a:ext>
            </a:extLst>
          </p:cNvPr>
          <p:cNvSpPr/>
          <p:nvPr/>
        </p:nvSpPr>
        <p:spPr>
          <a:xfrm>
            <a:off x="9718015" y="275339"/>
            <a:ext cx="215033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Gestion de colis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D40AA974-FE68-CB64-F71B-AC34A3CE65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31" y="-835695"/>
            <a:ext cx="2699815" cy="26998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93B9B1C-CD93-36EF-3812-5776F1BCD261}"/>
              </a:ext>
            </a:extLst>
          </p:cNvPr>
          <p:cNvSpPr/>
          <p:nvPr/>
        </p:nvSpPr>
        <p:spPr>
          <a:xfrm>
            <a:off x="3634111" y="1166555"/>
            <a:ext cx="49237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Expédier</a:t>
            </a:r>
            <a:r>
              <a:rPr lang="fr-FR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un colis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A0BB71A-5E4C-1ABB-80D1-871186B9A3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68" y="2694508"/>
            <a:ext cx="2630078" cy="263007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DB916C4-9F72-6765-CE1A-31616BD31566}"/>
              </a:ext>
            </a:extLst>
          </p:cNvPr>
          <p:cNvSpPr/>
          <p:nvPr/>
        </p:nvSpPr>
        <p:spPr>
          <a:xfrm>
            <a:off x="876860" y="5404426"/>
            <a:ext cx="144789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L’expéditeur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407132E-6490-83DD-56E9-0FDFD333C6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7201" y="2694508"/>
            <a:ext cx="2630078" cy="263007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38C87F-6ECF-C0F9-6DE3-23FA24B820D8}"/>
              </a:ext>
            </a:extLst>
          </p:cNvPr>
          <p:cNvSpPr/>
          <p:nvPr/>
        </p:nvSpPr>
        <p:spPr>
          <a:xfrm>
            <a:off x="10237205" y="5404426"/>
            <a:ext cx="143007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 voyageur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307A985-0CE3-ECFF-95C9-799D240919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6048" y="2460639"/>
            <a:ext cx="1820951" cy="3641902"/>
          </a:xfrm>
          <a:prstGeom prst="rect">
            <a:avLst/>
          </a:prstGeom>
        </p:spPr>
      </p:pic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508D755C-B426-A43B-E503-A21339B72EAF}"/>
              </a:ext>
            </a:extLst>
          </p:cNvPr>
          <p:cNvSpPr/>
          <p:nvPr/>
        </p:nvSpPr>
        <p:spPr>
          <a:xfrm rot="10800000">
            <a:off x="7310619" y="4064962"/>
            <a:ext cx="2766747" cy="2590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28A5CD-6062-93DC-3DF6-C0209EC03963}"/>
              </a:ext>
            </a:extLst>
          </p:cNvPr>
          <p:cNvSpPr/>
          <p:nvPr/>
        </p:nvSpPr>
        <p:spPr>
          <a:xfrm>
            <a:off x="2243016" y="2392441"/>
            <a:ext cx="292727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1- Sélectionne le voyageur</a:t>
            </a:r>
          </a:p>
          <a:p>
            <a:pPr algn="ctr"/>
            <a:r>
              <a:rPr lang="fr-F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Et fait sa réservation</a:t>
            </a:r>
            <a:endParaRPr lang="fr-F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Flèche : droite 22">
            <a:extLst>
              <a:ext uri="{FF2B5EF4-FFF2-40B4-BE49-F238E27FC236}">
                <a16:creationId xmlns:a16="http://schemas.microsoft.com/office/drawing/2014/main" id="{D3DBCF3F-05E3-FB6A-740F-FC813B0FC877}"/>
              </a:ext>
            </a:extLst>
          </p:cNvPr>
          <p:cNvSpPr/>
          <p:nvPr/>
        </p:nvSpPr>
        <p:spPr>
          <a:xfrm>
            <a:off x="7221563" y="3064352"/>
            <a:ext cx="2766747" cy="2590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8F4B48-AD93-3920-CF09-293EB7A9515D}"/>
              </a:ext>
            </a:extLst>
          </p:cNvPr>
          <p:cNvSpPr/>
          <p:nvPr/>
        </p:nvSpPr>
        <p:spPr>
          <a:xfrm>
            <a:off x="7266196" y="2584402"/>
            <a:ext cx="258340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2- Reçoit la réservation</a:t>
            </a:r>
          </a:p>
        </p:txBody>
      </p:sp>
      <p:sp>
        <p:nvSpPr>
          <p:cNvPr id="25" name="Flèche : droite 24">
            <a:extLst>
              <a:ext uri="{FF2B5EF4-FFF2-40B4-BE49-F238E27FC236}">
                <a16:creationId xmlns:a16="http://schemas.microsoft.com/office/drawing/2014/main" id="{6B4F5A48-22A1-ACCC-FB8D-0703B198094B}"/>
              </a:ext>
            </a:extLst>
          </p:cNvPr>
          <p:cNvSpPr/>
          <p:nvPr/>
        </p:nvSpPr>
        <p:spPr>
          <a:xfrm>
            <a:off x="2475681" y="3252727"/>
            <a:ext cx="2766747" cy="2590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D4D7E36-EDB1-577B-9F63-D7EA7812F5B5}"/>
              </a:ext>
            </a:extLst>
          </p:cNvPr>
          <p:cNvSpPr/>
          <p:nvPr/>
        </p:nvSpPr>
        <p:spPr>
          <a:xfrm>
            <a:off x="7483521" y="3664852"/>
            <a:ext cx="2504789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3- Approuve ou refuse</a:t>
            </a:r>
          </a:p>
        </p:txBody>
      </p:sp>
      <p:sp>
        <p:nvSpPr>
          <p:cNvPr id="27" name="Flèche : droite 26">
            <a:extLst>
              <a:ext uri="{FF2B5EF4-FFF2-40B4-BE49-F238E27FC236}">
                <a16:creationId xmlns:a16="http://schemas.microsoft.com/office/drawing/2014/main" id="{4875DD9A-46A2-3173-1AE3-1ECECF001A08}"/>
              </a:ext>
            </a:extLst>
          </p:cNvPr>
          <p:cNvSpPr/>
          <p:nvPr/>
        </p:nvSpPr>
        <p:spPr>
          <a:xfrm rot="10800000">
            <a:off x="2451040" y="4133662"/>
            <a:ext cx="2766747" cy="2590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6E43BC-E99B-F09F-C36E-4562AF73DC43}"/>
              </a:ext>
            </a:extLst>
          </p:cNvPr>
          <p:cNvSpPr/>
          <p:nvPr/>
        </p:nvSpPr>
        <p:spPr>
          <a:xfrm>
            <a:off x="2752664" y="3733552"/>
            <a:ext cx="224734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4- Reçoit la réponse</a:t>
            </a:r>
          </a:p>
        </p:txBody>
      </p:sp>
      <p:sp>
        <p:nvSpPr>
          <p:cNvPr id="29" name="Flèche : droite 28">
            <a:extLst>
              <a:ext uri="{FF2B5EF4-FFF2-40B4-BE49-F238E27FC236}">
                <a16:creationId xmlns:a16="http://schemas.microsoft.com/office/drawing/2014/main" id="{503EE122-92F6-6903-9BD0-03282A1C1B5F}"/>
              </a:ext>
            </a:extLst>
          </p:cNvPr>
          <p:cNvSpPr/>
          <p:nvPr/>
        </p:nvSpPr>
        <p:spPr>
          <a:xfrm>
            <a:off x="2475680" y="4904095"/>
            <a:ext cx="2766747" cy="2590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28A491-04E5-C873-00C8-7CA007838C40}"/>
              </a:ext>
            </a:extLst>
          </p:cNvPr>
          <p:cNvSpPr/>
          <p:nvPr/>
        </p:nvSpPr>
        <p:spPr>
          <a:xfrm>
            <a:off x="2488893" y="4552555"/>
            <a:ext cx="275492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5- Si OK, fait le paiement</a:t>
            </a:r>
          </a:p>
        </p:txBody>
      </p:sp>
      <p:cxnSp>
        <p:nvCxnSpPr>
          <p:cNvPr id="32" name="Connecteur : en angle 31">
            <a:extLst>
              <a:ext uri="{FF2B5EF4-FFF2-40B4-BE49-F238E27FC236}">
                <a16:creationId xmlns:a16="http://schemas.microsoft.com/office/drawing/2014/main" id="{C96B95E6-4FE4-45CB-6A3B-B1147DD32C50}"/>
              </a:ext>
            </a:extLst>
          </p:cNvPr>
          <p:cNvCxnSpPr>
            <a:cxnSpLocks/>
            <a:stCxn id="8" idx="2"/>
          </p:cNvCxnSpPr>
          <p:nvPr/>
        </p:nvCxnSpPr>
        <p:spPr>
          <a:xfrm rot="16200000" flipH="1">
            <a:off x="5926885" y="1478460"/>
            <a:ext cx="833646" cy="948579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A65FC494-0C76-6918-EBC5-4A4A618EA00B}"/>
              </a:ext>
            </a:extLst>
          </p:cNvPr>
          <p:cNvSpPr/>
          <p:nvPr/>
        </p:nvSpPr>
        <p:spPr>
          <a:xfrm>
            <a:off x="4607221" y="6182380"/>
            <a:ext cx="321062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6- Confie le colis au voyageur</a:t>
            </a:r>
          </a:p>
        </p:txBody>
      </p:sp>
    </p:spTree>
    <p:extLst>
      <p:ext uri="{BB962C8B-B14F-4D97-AF65-F5344CB8AC3E}">
        <p14:creationId xmlns:p14="http://schemas.microsoft.com/office/powerpoint/2010/main" val="3341749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8B4FFE3-6059-4335-AD85-35A077F4518C}"/>
              </a:ext>
            </a:extLst>
          </p:cNvPr>
          <p:cNvSpPr/>
          <p:nvPr/>
        </p:nvSpPr>
        <p:spPr>
          <a:xfrm>
            <a:off x="9718015" y="275339"/>
            <a:ext cx="215033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Gestion de colis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D40AA974-FE68-CB64-F71B-AC34A3CE65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31" y="-835695"/>
            <a:ext cx="2699815" cy="26998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93B9B1C-CD93-36EF-3812-5776F1BCD261}"/>
              </a:ext>
            </a:extLst>
          </p:cNvPr>
          <p:cNvSpPr/>
          <p:nvPr/>
        </p:nvSpPr>
        <p:spPr>
          <a:xfrm>
            <a:off x="3634111" y="1166555"/>
            <a:ext cx="49237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Expédier</a:t>
            </a:r>
            <a:r>
              <a:rPr lang="fr-FR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un colis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A0BB71A-5E4C-1ABB-80D1-871186B9A3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68" y="2694508"/>
            <a:ext cx="2630078" cy="263007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DB916C4-9F72-6765-CE1A-31616BD31566}"/>
              </a:ext>
            </a:extLst>
          </p:cNvPr>
          <p:cNvSpPr/>
          <p:nvPr/>
        </p:nvSpPr>
        <p:spPr>
          <a:xfrm>
            <a:off x="876860" y="5404426"/>
            <a:ext cx="144789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L’expéditeur</a:t>
            </a:r>
          </a:p>
        </p:txBody>
      </p:sp>
      <p:sp>
        <p:nvSpPr>
          <p:cNvPr id="29" name="Flèche : droite 28">
            <a:extLst>
              <a:ext uri="{FF2B5EF4-FFF2-40B4-BE49-F238E27FC236}">
                <a16:creationId xmlns:a16="http://schemas.microsoft.com/office/drawing/2014/main" id="{503EE122-92F6-6903-9BD0-03282A1C1B5F}"/>
              </a:ext>
            </a:extLst>
          </p:cNvPr>
          <p:cNvSpPr/>
          <p:nvPr/>
        </p:nvSpPr>
        <p:spPr>
          <a:xfrm>
            <a:off x="2696106" y="4233012"/>
            <a:ext cx="5327322" cy="2590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28A491-04E5-C873-00C8-7CA007838C40}"/>
              </a:ext>
            </a:extLst>
          </p:cNvPr>
          <p:cNvSpPr/>
          <p:nvPr/>
        </p:nvSpPr>
        <p:spPr>
          <a:xfrm>
            <a:off x="3326847" y="3661383"/>
            <a:ext cx="366953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7- Donne le code de confirmation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C7E619C-1403-D28D-CF63-29E088B824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2338" y="2677212"/>
            <a:ext cx="3014233" cy="301423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CB1A246-76F3-6F52-3DE0-3E1FA1C09930}"/>
              </a:ext>
            </a:extLst>
          </p:cNvPr>
          <p:cNvSpPr/>
          <p:nvPr/>
        </p:nvSpPr>
        <p:spPr>
          <a:xfrm>
            <a:off x="8081175" y="5404426"/>
            <a:ext cx="171656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 destinataire</a:t>
            </a:r>
          </a:p>
        </p:txBody>
      </p:sp>
    </p:spTree>
    <p:extLst>
      <p:ext uri="{BB962C8B-B14F-4D97-AF65-F5344CB8AC3E}">
        <p14:creationId xmlns:p14="http://schemas.microsoft.com/office/powerpoint/2010/main" val="437832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8B4FFE3-6059-4335-AD85-35A077F4518C}"/>
              </a:ext>
            </a:extLst>
          </p:cNvPr>
          <p:cNvSpPr/>
          <p:nvPr/>
        </p:nvSpPr>
        <p:spPr>
          <a:xfrm>
            <a:off x="9718015" y="275339"/>
            <a:ext cx="215033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Gestion de colis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D40AA974-FE68-CB64-F71B-AC34A3CE65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31" y="-835695"/>
            <a:ext cx="2699815" cy="26998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93B9B1C-CD93-36EF-3812-5776F1BCD261}"/>
              </a:ext>
            </a:extLst>
          </p:cNvPr>
          <p:cNvSpPr/>
          <p:nvPr/>
        </p:nvSpPr>
        <p:spPr>
          <a:xfrm>
            <a:off x="3182797" y="936400"/>
            <a:ext cx="49237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Expédier</a:t>
            </a:r>
            <a:r>
              <a:rPr lang="fr-FR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un colis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C7E619C-1403-D28D-CF63-29E088B824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387" y="2484913"/>
            <a:ext cx="3014233" cy="301423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179B9B4-683F-535D-15B7-7B6BACE00D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9620" y="2389118"/>
            <a:ext cx="2630078" cy="2630078"/>
          </a:xfrm>
          <a:prstGeom prst="rect">
            <a:avLst/>
          </a:prstGeom>
        </p:spPr>
      </p:pic>
      <p:sp>
        <p:nvSpPr>
          <p:cNvPr id="9" name="Flèche : droite 8">
            <a:extLst>
              <a:ext uri="{FF2B5EF4-FFF2-40B4-BE49-F238E27FC236}">
                <a16:creationId xmlns:a16="http://schemas.microsoft.com/office/drawing/2014/main" id="{40D9C72C-CBE3-FE10-9C8F-A8AEB73A163E}"/>
              </a:ext>
            </a:extLst>
          </p:cNvPr>
          <p:cNvSpPr/>
          <p:nvPr/>
        </p:nvSpPr>
        <p:spPr>
          <a:xfrm rot="10800000">
            <a:off x="1989702" y="3053892"/>
            <a:ext cx="2961085" cy="2590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38F5D3-EC15-26A8-22DD-0B92172FEBA0}"/>
              </a:ext>
            </a:extLst>
          </p:cNvPr>
          <p:cNvSpPr/>
          <p:nvPr/>
        </p:nvSpPr>
        <p:spPr>
          <a:xfrm>
            <a:off x="2481614" y="2653782"/>
            <a:ext cx="189673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8- Remet le colis</a:t>
            </a:r>
          </a:p>
        </p:txBody>
      </p:sp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C7D0BE0B-F9C9-A569-CD82-3B259E6C51B8}"/>
              </a:ext>
            </a:extLst>
          </p:cNvPr>
          <p:cNvSpPr/>
          <p:nvPr/>
        </p:nvSpPr>
        <p:spPr>
          <a:xfrm>
            <a:off x="2098932" y="4090016"/>
            <a:ext cx="3363921" cy="2590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3239CD-26CF-53BD-29C0-EC36D0887E25}"/>
              </a:ext>
            </a:extLst>
          </p:cNvPr>
          <p:cNvSpPr/>
          <p:nvPr/>
        </p:nvSpPr>
        <p:spPr>
          <a:xfrm>
            <a:off x="1866061" y="3717009"/>
            <a:ext cx="366953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9- Donne le code de confirmation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A762CD6F-3E59-3258-B970-C29CA39F46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4720" y="1864120"/>
            <a:ext cx="875155" cy="1750310"/>
          </a:xfrm>
          <a:prstGeom prst="rect">
            <a:avLst/>
          </a:prstGeom>
        </p:spPr>
      </p:pic>
      <p:sp>
        <p:nvSpPr>
          <p:cNvPr id="16" name="Flèche : droite 15">
            <a:extLst>
              <a:ext uri="{FF2B5EF4-FFF2-40B4-BE49-F238E27FC236}">
                <a16:creationId xmlns:a16="http://schemas.microsoft.com/office/drawing/2014/main" id="{0F19B1AF-FAF6-8968-F121-815FBD58F261}"/>
              </a:ext>
            </a:extLst>
          </p:cNvPr>
          <p:cNvSpPr/>
          <p:nvPr/>
        </p:nvSpPr>
        <p:spPr>
          <a:xfrm rot="19542376">
            <a:off x="6509725" y="3164853"/>
            <a:ext cx="3363921" cy="2590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A24644-090B-D75A-B216-881F900A5648}"/>
              </a:ext>
            </a:extLst>
          </p:cNvPr>
          <p:cNvSpPr/>
          <p:nvPr/>
        </p:nvSpPr>
        <p:spPr>
          <a:xfrm rot="19665661">
            <a:off x="6560028" y="2727046"/>
            <a:ext cx="280711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10- code de confirmation</a:t>
            </a:r>
          </a:p>
        </p:txBody>
      </p:sp>
      <p:pic>
        <p:nvPicPr>
          <p:cNvPr id="18" name="Image 17" descr="Une image contenant jouet, graphiques vectoriels&#10;&#10;Description générée automatiquement">
            <a:extLst>
              <a:ext uri="{FF2B5EF4-FFF2-40B4-BE49-F238E27FC236}">
                <a16:creationId xmlns:a16="http://schemas.microsoft.com/office/drawing/2014/main" id="{302B201E-DEE8-6B8A-89D7-0C8EEDACCE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35" y="4929007"/>
            <a:ext cx="1746868" cy="1746868"/>
          </a:xfrm>
          <a:prstGeom prst="rect">
            <a:avLst/>
          </a:prstGeom>
        </p:spPr>
      </p:pic>
      <p:sp>
        <p:nvSpPr>
          <p:cNvPr id="20" name="Flèche : droite 19">
            <a:extLst>
              <a:ext uri="{FF2B5EF4-FFF2-40B4-BE49-F238E27FC236}">
                <a16:creationId xmlns:a16="http://schemas.microsoft.com/office/drawing/2014/main" id="{719FAA56-CFEC-F85D-44A2-60891D8A5D1E}"/>
              </a:ext>
            </a:extLst>
          </p:cNvPr>
          <p:cNvSpPr/>
          <p:nvPr/>
        </p:nvSpPr>
        <p:spPr>
          <a:xfrm rot="12159599">
            <a:off x="6750453" y="4946229"/>
            <a:ext cx="2281170" cy="2590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F6FCE6-74D6-32E9-C10B-12B95C1B2468}"/>
              </a:ext>
            </a:extLst>
          </p:cNvPr>
          <p:cNvSpPr/>
          <p:nvPr/>
        </p:nvSpPr>
        <p:spPr>
          <a:xfrm rot="1412491">
            <a:off x="6683548" y="5420067"/>
            <a:ext cx="241457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11- Paiement manuel</a:t>
            </a:r>
          </a:p>
        </p:txBody>
      </p:sp>
      <p:sp>
        <p:nvSpPr>
          <p:cNvPr id="22" name="Flèche : droite 21">
            <a:extLst>
              <a:ext uri="{FF2B5EF4-FFF2-40B4-BE49-F238E27FC236}">
                <a16:creationId xmlns:a16="http://schemas.microsoft.com/office/drawing/2014/main" id="{ADF95783-0E7A-EC2B-858F-727D61D38B19}"/>
              </a:ext>
            </a:extLst>
          </p:cNvPr>
          <p:cNvSpPr/>
          <p:nvPr/>
        </p:nvSpPr>
        <p:spPr>
          <a:xfrm rot="17403240">
            <a:off x="9090571" y="4181187"/>
            <a:ext cx="1368954" cy="2590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6FE6525-DED6-272A-CF0B-15A0C906856D}"/>
              </a:ext>
            </a:extLst>
          </p:cNvPr>
          <p:cNvSpPr/>
          <p:nvPr/>
        </p:nvSpPr>
        <p:spPr>
          <a:xfrm>
            <a:off x="9759283" y="4360627"/>
            <a:ext cx="243271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12- Preuve de paiement</a:t>
            </a:r>
          </a:p>
          <a:p>
            <a:pPr algn="ctr"/>
            <a:r>
              <a:rPr lang="fr-F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Finalise la transaction</a:t>
            </a:r>
            <a:endParaRPr lang="fr-FR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94394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Une image contenant jouet, graphiques vectoriels&#10;&#10;Description générée automatiquement">
            <a:extLst>
              <a:ext uri="{FF2B5EF4-FFF2-40B4-BE49-F238E27FC236}">
                <a16:creationId xmlns:a16="http://schemas.microsoft.com/office/drawing/2014/main" id="{1E095767-7669-9BF8-64DF-D1464A7F94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0238" y="2546766"/>
            <a:ext cx="3053443" cy="305344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8B4FFE3-6059-4335-AD85-35A077F4518C}"/>
              </a:ext>
            </a:extLst>
          </p:cNvPr>
          <p:cNvSpPr/>
          <p:nvPr/>
        </p:nvSpPr>
        <p:spPr>
          <a:xfrm>
            <a:off x="3981121" y="1322985"/>
            <a:ext cx="37081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E-commerce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D40AA974-FE68-CB64-F71B-AC34A3CE65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121" y="-780752"/>
            <a:ext cx="3402190" cy="34021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3B5C9441-9576-5304-49EC-C74EDAC4F03D}"/>
              </a:ext>
            </a:extLst>
          </p:cNvPr>
          <p:cNvSpPr/>
          <p:nvPr/>
        </p:nvSpPr>
        <p:spPr>
          <a:xfrm>
            <a:off x="1703165" y="5795247"/>
            <a:ext cx="105272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 client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0FE545-4EE4-949E-E99A-0C6C8D5D9E5F}"/>
              </a:ext>
            </a:extLst>
          </p:cNvPr>
          <p:cNvSpPr/>
          <p:nvPr/>
        </p:nvSpPr>
        <p:spPr>
          <a:xfrm>
            <a:off x="5164646" y="5795247"/>
            <a:ext cx="134113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 vendeur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443DF7-234A-D7B8-94EF-4721889E55DA}"/>
              </a:ext>
            </a:extLst>
          </p:cNvPr>
          <p:cNvSpPr/>
          <p:nvPr/>
        </p:nvSpPr>
        <p:spPr>
          <a:xfrm>
            <a:off x="9334859" y="5795247"/>
            <a:ext cx="178247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 staff de DGA</a:t>
            </a:r>
          </a:p>
        </p:txBody>
      </p:sp>
      <p:pic>
        <p:nvPicPr>
          <p:cNvPr id="3" name="Image 2" descr="Une image contenant texte, signe, graphiques vectoriels&#10;&#10;Description générée automatiquement">
            <a:extLst>
              <a:ext uri="{FF2B5EF4-FFF2-40B4-BE49-F238E27FC236}">
                <a16:creationId xmlns:a16="http://schemas.microsoft.com/office/drawing/2014/main" id="{A806CDAC-4319-A5C4-341E-08F67F6144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1297" y="2546766"/>
            <a:ext cx="1647837" cy="324848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FC55E69-7702-3702-3B35-69714C86F5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22" y="2933583"/>
            <a:ext cx="2279808" cy="227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624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</Words>
  <Application>Microsoft Office PowerPoint</Application>
  <PresentationFormat>Grand écran</PresentationFormat>
  <Paragraphs>45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Théophane Assongmeguem</dc:creator>
  <cp:lastModifiedBy>Théophane Assongmeguem</cp:lastModifiedBy>
  <cp:revision>1</cp:revision>
  <dcterms:created xsi:type="dcterms:W3CDTF">2022-12-09T06:20:33Z</dcterms:created>
  <dcterms:modified xsi:type="dcterms:W3CDTF">2022-12-09T07:51:53Z</dcterms:modified>
</cp:coreProperties>
</file>